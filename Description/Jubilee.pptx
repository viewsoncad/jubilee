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86" r:id="rId3"/>
    <p:sldId id="289" r:id="rId4"/>
    <p:sldId id="290" r:id="rId5"/>
    <p:sldId id="278" r:id="rId6"/>
    <p:sldId id="281" r:id="rId7"/>
    <p:sldId id="288" r:id="rId8"/>
    <p:sldId id="284" r:id="rId9"/>
    <p:sldId id="285" r:id="rId10"/>
    <p:sldId id="280" r:id="rId11"/>
    <p:sldId id="282" r:id="rId12"/>
    <p:sldId id="269" r:id="rId13"/>
    <p:sldId id="271" r:id="rId14"/>
  </p:sldIdLst>
  <p:sldSz cx="12192000" cy="6858000"/>
  <p:notesSz cx="6661150" cy="98663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nnar Liden" initials="GL" lastIdx="1" clrIdx="0">
    <p:extLst>
      <p:ext uri="{19B8F6BF-5375-455C-9EA6-DF929625EA0E}">
        <p15:presenceInfo xmlns:p15="http://schemas.microsoft.com/office/powerpoint/2012/main" userId="6f9d43f83691c4e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FF"/>
    <a:srgbClr val="FEDAD6"/>
    <a:srgbClr val="FFF4D5"/>
    <a:srgbClr val="99CCFF"/>
    <a:srgbClr val="E2FE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83" autoAdjust="0"/>
    <p:restoredTop sz="94660"/>
  </p:normalViewPr>
  <p:slideViewPr>
    <p:cSldViewPr snapToGrid="0">
      <p:cViewPr varScale="1">
        <p:scale>
          <a:sx n="92" d="100"/>
          <a:sy n="92" d="100"/>
        </p:scale>
        <p:origin x="426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11.02.2026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17188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11.02.2026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25621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11.02.2026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54965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11.02.2026</a:t>
            </a:fld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6962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11.02.2026</a:t>
            </a:fld>
            <a:endParaRPr lang="de-CH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39929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11.02.2026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5916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11.02.2026</a:t>
            </a:fld>
            <a:endParaRPr lang="de-CH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25586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11.02.2026</a:t>
            </a:fld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92571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11.02.2026</a:t>
            </a:fld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71973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11.02.2026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67572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11.02.2026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09461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E6D58-9B57-4731-A47B-3CD41B48F0A9}" type="datetimeFigureOut">
              <a:rPr lang="de-CH" smtClean="0"/>
              <a:t>11.02.2026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10310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CFC70F4C-8A54-54D4-6FB3-C1D490799592}"/>
              </a:ext>
            </a:extLst>
          </p:cNvPr>
          <p:cNvSpPr/>
          <p:nvPr/>
        </p:nvSpPr>
        <p:spPr>
          <a:xfrm>
            <a:off x="3044858" y="843359"/>
            <a:ext cx="6542202" cy="586943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DE7CD2C-2DEA-FF6E-3D04-75EC15D4B3FB}"/>
              </a:ext>
            </a:extLst>
          </p:cNvPr>
          <p:cNvSpPr txBox="1"/>
          <p:nvPr/>
        </p:nvSpPr>
        <p:spPr>
          <a:xfrm>
            <a:off x="3138376" y="968483"/>
            <a:ext cx="43334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 dirty="0"/>
              <a:t> </a:t>
            </a:r>
            <a:r>
              <a:rPr lang="de-CH" sz="1100" b="1" dirty="0" err="1"/>
              <a:t>i_container_id</a:t>
            </a:r>
            <a:r>
              <a:rPr lang="de-CH" sz="1100" b="1" dirty="0"/>
              <a:t> </a:t>
            </a:r>
            <a:r>
              <a:rPr lang="de-CH" sz="1100" b="1" dirty="0" err="1"/>
              <a:t>m_container_id</a:t>
            </a:r>
            <a:endParaRPr lang="de-CH" b="1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FA32747F-1AFB-3C61-FA24-EA355F19EFFD}"/>
              </a:ext>
            </a:extLst>
          </p:cNvPr>
          <p:cNvSpPr/>
          <p:nvPr/>
        </p:nvSpPr>
        <p:spPr>
          <a:xfrm>
            <a:off x="3591791" y="1453160"/>
            <a:ext cx="4866409" cy="456148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48FD5D0-631D-0036-76B3-7B8495254FAD}"/>
              </a:ext>
            </a:extLst>
          </p:cNvPr>
          <p:cNvSpPr txBox="1"/>
          <p:nvPr/>
        </p:nvSpPr>
        <p:spPr>
          <a:xfrm>
            <a:off x="3722583" y="1474679"/>
            <a:ext cx="433346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 dirty="0"/>
              <a:t>cl</a:t>
            </a:r>
            <a:r>
              <a:rPr lang="en-US" sz="1100" b="1" dirty="0"/>
              <a:t>_</a:t>
            </a:r>
            <a:r>
              <a:rPr lang="en-US" sz="1100" b="1" dirty="0" err="1"/>
              <a:t>overlay_image_text_div_el</a:t>
            </a:r>
            <a:r>
              <a:rPr lang="en-US" sz="1100" b="1" dirty="0"/>
              <a:t> width= 0.7 height= 0.8 </a:t>
            </a:r>
          </a:p>
          <a:p>
            <a:r>
              <a:rPr lang="en-US" sz="1100" b="1" dirty="0"/>
              <a:t>position= absolute left= 0.2 top= 0.2  </a:t>
            </a:r>
            <a:r>
              <a:rPr lang="en-US" sz="1100" b="1" dirty="0" err="1"/>
              <a:t>zIndex</a:t>
            </a:r>
            <a:r>
              <a:rPr lang="en-US" sz="1100" b="1" dirty="0"/>
              <a:t> = 5</a:t>
            </a:r>
            <a:endParaRPr lang="de-CH" b="1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C43FB2A5-DF78-2583-BCFF-2553725879A1}"/>
              </a:ext>
            </a:extLst>
          </p:cNvPr>
          <p:cNvSpPr/>
          <p:nvPr/>
        </p:nvSpPr>
        <p:spPr>
          <a:xfrm>
            <a:off x="3739087" y="2074286"/>
            <a:ext cx="4519035" cy="93172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54B5052-5A1F-D353-3012-B9FA0BFC705D}"/>
              </a:ext>
            </a:extLst>
          </p:cNvPr>
          <p:cNvSpPr txBox="1"/>
          <p:nvPr/>
        </p:nvSpPr>
        <p:spPr>
          <a:xfrm>
            <a:off x="3734988" y="1989610"/>
            <a:ext cx="433346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 dirty="0" err="1"/>
              <a:t>cl_overlay_image_div_el</a:t>
            </a:r>
            <a:r>
              <a:rPr lang="de-CH" sz="1100" b="1" dirty="0"/>
              <a:t> </a:t>
            </a:r>
            <a:r>
              <a:rPr lang="en-US" sz="1100" b="1" dirty="0"/>
              <a:t>width= 99&amp; height= 69%   </a:t>
            </a:r>
            <a:r>
              <a:rPr lang="en-US" sz="1100" b="1" dirty="0" err="1"/>
              <a:t>zIndex</a:t>
            </a:r>
            <a:r>
              <a:rPr lang="en-US" sz="1100" b="1" dirty="0"/>
              <a:t> = 10</a:t>
            </a:r>
            <a:endParaRPr lang="de-CH" sz="1100" b="1" dirty="0"/>
          </a:p>
          <a:p>
            <a:r>
              <a:rPr lang="de-CH" sz="1100" b="1" dirty="0"/>
              <a:t>       </a:t>
            </a:r>
            <a:endParaRPr lang="de-CH" b="1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CC16F9F-C2E4-5807-7596-BE1E62902231}"/>
              </a:ext>
            </a:extLst>
          </p:cNvPr>
          <p:cNvSpPr/>
          <p:nvPr/>
        </p:nvSpPr>
        <p:spPr>
          <a:xfrm>
            <a:off x="3044858" y="199660"/>
            <a:ext cx="6542202" cy="64630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1238795-CBFB-2FE7-9DE1-583F33278D0A}"/>
              </a:ext>
            </a:extLst>
          </p:cNvPr>
          <p:cNvSpPr txBox="1"/>
          <p:nvPr/>
        </p:nvSpPr>
        <p:spPr>
          <a:xfrm>
            <a:off x="3044858" y="223715"/>
            <a:ext cx="43334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b="1" dirty="0" err="1"/>
              <a:t>id_div_jubilee_controls</a:t>
            </a:r>
            <a:r>
              <a:rPr lang="it-IT" sz="1100" b="1" dirty="0"/>
              <a:t>   </a:t>
            </a:r>
            <a:r>
              <a:rPr lang="it-IT" sz="1100" b="1" dirty="0" err="1"/>
              <a:t>cl_div_jubilee_controls</a:t>
            </a:r>
            <a:endParaRPr lang="de-CH" b="1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1424E012-9BEC-E113-FE0F-83F9A48C30A6}"/>
              </a:ext>
            </a:extLst>
          </p:cNvPr>
          <p:cNvSpPr/>
          <p:nvPr/>
        </p:nvSpPr>
        <p:spPr>
          <a:xfrm>
            <a:off x="3722583" y="3163791"/>
            <a:ext cx="4519035" cy="93172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79D8E349-A6D7-B59C-197A-F9886B9775D6}"/>
              </a:ext>
            </a:extLst>
          </p:cNvPr>
          <p:cNvSpPr txBox="1"/>
          <p:nvPr/>
        </p:nvSpPr>
        <p:spPr>
          <a:xfrm>
            <a:off x="3718484" y="3079115"/>
            <a:ext cx="433346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 dirty="0" err="1"/>
              <a:t>cl_overlay_text_div_el</a:t>
            </a:r>
            <a:r>
              <a:rPr lang="de-CH" sz="1100" b="1" dirty="0"/>
              <a:t> </a:t>
            </a:r>
            <a:r>
              <a:rPr lang="en-US" sz="1100" b="1" dirty="0"/>
              <a:t>width= 99&amp; height= 22%   </a:t>
            </a:r>
            <a:r>
              <a:rPr lang="en-US" sz="1100" b="1" dirty="0" err="1"/>
              <a:t>zIndex</a:t>
            </a:r>
            <a:r>
              <a:rPr lang="en-US" sz="1100" b="1" dirty="0"/>
              <a:t> = 10</a:t>
            </a:r>
            <a:endParaRPr lang="de-CH" sz="1100" b="1" dirty="0"/>
          </a:p>
          <a:p>
            <a:r>
              <a:rPr lang="de-CH" sz="1100" b="1" dirty="0"/>
              <a:t>       </a:t>
            </a:r>
            <a:endParaRPr lang="de-CH" b="1" dirty="0"/>
          </a:p>
        </p:txBody>
      </p:sp>
    </p:spTree>
    <p:extLst>
      <p:ext uri="{BB962C8B-B14F-4D97-AF65-F5344CB8AC3E}">
        <p14:creationId xmlns:p14="http://schemas.microsoft.com/office/powerpoint/2010/main" val="2402299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6272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7664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4417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4FCA4-3332-A1A1-AD24-5A3208E58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5324D0C-A046-E83E-FFBD-A30E4373D983}"/>
              </a:ext>
            </a:extLst>
          </p:cNvPr>
          <p:cNvSpPr/>
          <p:nvPr/>
        </p:nvSpPr>
        <p:spPr>
          <a:xfrm>
            <a:off x="528363" y="2008147"/>
            <a:ext cx="2793791" cy="3954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saveNewGuestbookUploadedRecord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F1FB0AE-6F56-BA37-8703-9B407F07F449}"/>
              </a:ext>
            </a:extLst>
          </p:cNvPr>
          <p:cNvSpPr/>
          <p:nvPr/>
        </p:nvSpPr>
        <p:spPr>
          <a:xfrm>
            <a:off x="553836" y="1467865"/>
            <a:ext cx="2768317" cy="39543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onClickForwardThreeButton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627A431B-99E3-9F6F-30D7-A48B4FEBFF1D}"/>
              </a:ext>
            </a:extLst>
          </p:cNvPr>
          <p:cNvSpPr/>
          <p:nvPr/>
        </p:nvSpPr>
        <p:spPr>
          <a:xfrm>
            <a:off x="528363" y="2532206"/>
            <a:ext cx="2793790" cy="39543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appendSetSaveGuestbookUploadData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g_guests_uploaded_xml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99FD6CE8-03FA-B7A4-2F9E-25AE81C4D8B9}"/>
              </a:ext>
            </a:extLst>
          </p:cNvPr>
          <p:cNvSpPr/>
          <p:nvPr/>
        </p:nvSpPr>
        <p:spPr>
          <a:xfrm>
            <a:off x="1703549" y="757650"/>
            <a:ext cx="1593131" cy="5121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GuestbookData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</a:t>
            </a:r>
            <a:r>
              <a:rPr lang="de-CH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</a:t>
            </a:r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g_guestbook_data</a:t>
            </a:r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55C2499-4A01-AB05-BB05-B92E0055F956}"/>
              </a:ext>
            </a:extLst>
          </p:cNvPr>
          <p:cNvSpPr/>
          <p:nvPr/>
        </p:nvSpPr>
        <p:spPr>
          <a:xfrm>
            <a:off x="528364" y="3060110"/>
            <a:ext cx="2793790" cy="39543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saveJazzGuestsUploadedXmlOnServer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JazzGuestsUploaded.xml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0DB316D-5667-031A-F742-E1B40CD75FE9}"/>
              </a:ext>
            </a:extLst>
          </p:cNvPr>
          <p:cNvSpPr/>
          <p:nvPr/>
        </p:nvSpPr>
        <p:spPr>
          <a:xfrm>
            <a:off x="521744" y="3588011"/>
            <a:ext cx="2793790" cy="39543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sendNewRecordNotificationEmailToAdmin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6C108510-8AF4-4889-B1EA-57C43CE52429}"/>
              </a:ext>
            </a:extLst>
          </p:cNvPr>
          <p:cNvSpPr/>
          <p:nvPr/>
        </p:nvSpPr>
        <p:spPr>
          <a:xfrm>
            <a:off x="3628670" y="1467865"/>
            <a:ext cx="2793790" cy="39543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saveNewRecordAlsoToJazzGuestsXml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9A3BD9B-1049-5558-C1AC-40F0E5A4230E}"/>
              </a:ext>
            </a:extLst>
          </p:cNvPr>
          <p:cNvSpPr/>
          <p:nvPr/>
        </p:nvSpPr>
        <p:spPr>
          <a:xfrm>
            <a:off x="502890" y="4113593"/>
            <a:ext cx="2793790" cy="39543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GuestStorage.setGuestbookData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AEAB36ED-E4D6-375A-3C7C-81B0F930ED2E}"/>
              </a:ext>
            </a:extLst>
          </p:cNvPr>
          <p:cNvCxnSpPr>
            <a:cxnSpLocks/>
          </p:cNvCxnSpPr>
          <p:nvPr/>
        </p:nvCxnSpPr>
        <p:spPr>
          <a:xfrm flipV="1">
            <a:off x="1919309" y="2413533"/>
            <a:ext cx="0" cy="131169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6B2DAC58-C287-1ED9-D138-A8D0A31F5EE9}"/>
              </a:ext>
            </a:extLst>
          </p:cNvPr>
          <p:cNvCxnSpPr>
            <a:cxnSpLocks/>
          </p:cNvCxnSpPr>
          <p:nvPr/>
        </p:nvCxnSpPr>
        <p:spPr>
          <a:xfrm flipV="1">
            <a:off x="1920878" y="2924153"/>
            <a:ext cx="0" cy="131169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E6ECBECB-7458-2272-A22A-448508C56F01}"/>
              </a:ext>
            </a:extLst>
          </p:cNvPr>
          <p:cNvCxnSpPr>
            <a:cxnSpLocks/>
          </p:cNvCxnSpPr>
          <p:nvPr/>
        </p:nvCxnSpPr>
        <p:spPr>
          <a:xfrm flipV="1">
            <a:off x="1920880" y="3452056"/>
            <a:ext cx="0" cy="131169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FC38BAB7-C60E-0416-C234-217DE31423B7}"/>
              </a:ext>
            </a:extLst>
          </p:cNvPr>
          <p:cNvCxnSpPr>
            <a:cxnSpLocks/>
          </p:cNvCxnSpPr>
          <p:nvPr/>
        </p:nvCxnSpPr>
        <p:spPr>
          <a:xfrm flipV="1">
            <a:off x="1911455" y="3979959"/>
            <a:ext cx="0" cy="131169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142B8550-9B98-228C-2AD1-EBF91FD949A5}"/>
              </a:ext>
            </a:extLst>
          </p:cNvPr>
          <p:cNvCxnSpPr>
            <a:cxnSpLocks/>
          </p:cNvCxnSpPr>
          <p:nvPr/>
        </p:nvCxnSpPr>
        <p:spPr>
          <a:xfrm flipV="1">
            <a:off x="1920877" y="1860127"/>
            <a:ext cx="0" cy="131169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hteck 19">
            <a:extLst>
              <a:ext uri="{FF2B5EF4-FFF2-40B4-BE49-F238E27FC236}">
                <a16:creationId xmlns:a16="http://schemas.microsoft.com/office/drawing/2014/main" id="{0B5B7474-0C69-604F-7D72-88387706D545}"/>
              </a:ext>
            </a:extLst>
          </p:cNvPr>
          <p:cNvSpPr/>
          <p:nvPr/>
        </p:nvSpPr>
        <p:spPr>
          <a:xfrm>
            <a:off x="3590963" y="2018097"/>
            <a:ext cx="2793790" cy="39543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backupJazzGuestsXml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96CECF4-CFB8-D203-A8A5-1C93AE8E9FB1}"/>
              </a:ext>
            </a:extLst>
          </p:cNvPr>
          <p:cNvSpPr/>
          <p:nvPr/>
        </p:nvSpPr>
        <p:spPr>
          <a:xfrm>
            <a:off x="3582614" y="2544702"/>
            <a:ext cx="2793790" cy="39543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backupJazzGuestsUploadedXml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772612A1-1858-371D-CD23-12E31D4E9C4D}"/>
              </a:ext>
            </a:extLst>
          </p:cNvPr>
          <p:cNvSpPr/>
          <p:nvPr/>
        </p:nvSpPr>
        <p:spPr>
          <a:xfrm>
            <a:off x="3590963" y="3060110"/>
            <a:ext cx="2793790" cy="39543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copyImageFromUploadToGuestbookDir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94AEC77C-FA90-3576-501B-20A0954975B9}"/>
              </a:ext>
            </a:extLst>
          </p:cNvPr>
          <p:cNvSpPr/>
          <p:nvPr/>
        </p:nvSpPr>
        <p:spPr>
          <a:xfrm>
            <a:off x="3581728" y="3596667"/>
            <a:ext cx="2793790" cy="39543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appendSetSaveGuestbookData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g_guests_xml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E67B7238-CBAA-4E6C-F63D-D80068DD16DE}"/>
              </a:ext>
            </a:extLst>
          </p:cNvPr>
          <p:cNvSpPr/>
          <p:nvPr/>
        </p:nvSpPr>
        <p:spPr>
          <a:xfrm>
            <a:off x="3581728" y="4102123"/>
            <a:ext cx="2793790" cy="39543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saveJazzGuestsXmlOnServer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JazzGuests.xml</a:t>
            </a:r>
          </a:p>
        </p:txBody>
      </p: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67C102D5-AF1B-4176-1AF9-C4A694B78B2E}"/>
              </a:ext>
            </a:extLst>
          </p:cNvPr>
          <p:cNvCxnSpPr>
            <a:cxnSpLocks/>
          </p:cNvCxnSpPr>
          <p:nvPr/>
        </p:nvCxnSpPr>
        <p:spPr>
          <a:xfrm flipV="1">
            <a:off x="4986290" y="2416707"/>
            <a:ext cx="0" cy="131169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12DBB3B0-2FB4-FE2B-FF87-AB2DFB4FFA88}"/>
              </a:ext>
            </a:extLst>
          </p:cNvPr>
          <p:cNvCxnSpPr>
            <a:cxnSpLocks/>
          </p:cNvCxnSpPr>
          <p:nvPr/>
        </p:nvCxnSpPr>
        <p:spPr>
          <a:xfrm flipV="1">
            <a:off x="4987859" y="2927327"/>
            <a:ext cx="0" cy="131169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888A78B5-E04E-6C9A-DDF8-F48D969D4724}"/>
              </a:ext>
            </a:extLst>
          </p:cNvPr>
          <p:cNvCxnSpPr>
            <a:cxnSpLocks/>
          </p:cNvCxnSpPr>
          <p:nvPr/>
        </p:nvCxnSpPr>
        <p:spPr>
          <a:xfrm flipV="1">
            <a:off x="4987861" y="3455230"/>
            <a:ext cx="0" cy="131169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649C1AA7-C93E-3A91-D536-A610F30BF585}"/>
              </a:ext>
            </a:extLst>
          </p:cNvPr>
          <p:cNvCxnSpPr>
            <a:cxnSpLocks/>
          </p:cNvCxnSpPr>
          <p:nvPr/>
        </p:nvCxnSpPr>
        <p:spPr>
          <a:xfrm flipV="1">
            <a:off x="4978436" y="3983133"/>
            <a:ext cx="0" cy="131169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7DDC0345-7205-06CE-C842-CE6C6D7DE2F1}"/>
              </a:ext>
            </a:extLst>
          </p:cNvPr>
          <p:cNvCxnSpPr>
            <a:cxnSpLocks/>
          </p:cNvCxnSpPr>
          <p:nvPr/>
        </p:nvCxnSpPr>
        <p:spPr>
          <a:xfrm flipV="1">
            <a:off x="4987858" y="1863301"/>
            <a:ext cx="0" cy="131169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3C08E99E-990D-7B9A-7019-103F8EAC0114}"/>
              </a:ext>
            </a:extLst>
          </p:cNvPr>
          <p:cNvCxnSpPr>
            <a:cxnSpLocks/>
          </p:cNvCxnSpPr>
          <p:nvPr/>
        </p:nvCxnSpPr>
        <p:spPr>
          <a:xfrm flipV="1">
            <a:off x="1913023" y="4509430"/>
            <a:ext cx="0" cy="131169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BE0C8F14-154D-28BC-8AB7-965C4F668859}"/>
              </a:ext>
            </a:extLst>
          </p:cNvPr>
          <p:cNvCxnSpPr>
            <a:cxnSpLocks/>
          </p:cNvCxnSpPr>
          <p:nvPr/>
        </p:nvCxnSpPr>
        <p:spPr>
          <a:xfrm flipV="1">
            <a:off x="4976739" y="1332595"/>
            <a:ext cx="0" cy="131169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5E508A88-A4B7-0B65-89A7-7EF3274F9E2C}"/>
              </a:ext>
            </a:extLst>
          </p:cNvPr>
          <p:cNvCxnSpPr>
            <a:cxnSpLocks/>
          </p:cNvCxnSpPr>
          <p:nvPr/>
        </p:nvCxnSpPr>
        <p:spPr>
          <a:xfrm flipV="1">
            <a:off x="3449598" y="1332046"/>
            <a:ext cx="0" cy="3317981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61A538B2-BEE2-09FC-92B0-2E34E01C0B11}"/>
              </a:ext>
            </a:extLst>
          </p:cNvPr>
          <p:cNvCxnSpPr>
            <a:cxnSpLocks/>
          </p:cNvCxnSpPr>
          <p:nvPr/>
        </p:nvCxnSpPr>
        <p:spPr>
          <a:xfrm flipH="1">
            <a:off x="1925258" y="4639175"/>
            <a:ext cx="1524340" cy="1424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408E9CDF-5F65-D2CA-E264-E9B5AB21A21A}"/>
              </a:ext>
            </a:extLst>
          </p:cNvPr>
          <p:cNvCxnSpPr>
            <a:cxnSpLocks/>
          </p:cNvCxnSpPr>
          <p:nvPr/>
        </p:nvCxnSpPr>
        <p:spPr>
          <a:xfrm flipH="1">
            <a:off x="3452399" y="1332046"/>
            <a:ext cx="1524340" cy="1424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3993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6268F66E-40A4-368C-A40E-3BC2EC35A9B6}"/>
              </a:ext>
            </a:extLst>
          </p:cNvPr>
          <p:cNvCxnSpPr>
            <a:cxnSpLocks/>
          </p:cNvCxnSpPr>
          <p:nvPr/>
        </p:nvCxnSpPr>
        <p:spPr>
          <a:xfrm>
            <a:off x="2529252" y="3478937"/>
            <a:ext cx="343566" cy="0"/>
          </a:xfrm>
          <a:prstGeom prst="line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hteck 3">
            <a:extLst>
              <a:ext uri="{FF2B5EF4-FFF2-40B4-BE49-F238E27FC236}">
                <a16:creationId xmlns:a16="http://schemas.microsoft.com/office/drawing/2014/main" id="{1D9F970E-324A-DD5D-F68A-8DE95F26844E}"/>
              </a:ext>
            </a:extLst>
          </p:cNvPr>
          <p:cNvSpPr/>
          <p:nvPr/>
        </p:nvSpPr>
        <p:spPr>
          <a:xfrm>
            <a:off x="2837122" y="219384"/>
            <a:ext cx="6374274" cy="649249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C4FFA2A3-ADB0-8631-3381-0337EF7A53E2}"/>
              </a:ext>
            </a:extLst>
          </p:cNvPr>
          <p:cNvSpPr/>
          <p:nvPr/>
        </p:nvSpPr>
        <p:spPr>
          <a:xfrm>
            <a:off x="2908863" y="732720"/>
            <a:ext cx="6374274" cy="5905895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</a:t>
            </a:r>
            <a:r>
              <a:rPr lang="de-CH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DeleteLastUploadedRecord</a:t>
            </a:r>
            <a:endParaRPr lang="de-CH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</a:t>
            </a:r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r>
              <a:rPr lang="de-CH" sz="1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Do </a:t>
            </a:r>
            <a:r>
              <a:rPr lang="de-CH" sz="14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nothing</a:t>
            </a:r>
            <a:r>
              <a:rPr lang="de-CH" sz="1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4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de-CH" sz="1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4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lang="de-CH" sz="1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4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</a:t>
            </a:r>
            <a:r>
              <a:rPr lang="de-CH" sz="1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4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storage</a:t>
            </a:r>
            <a:r>
              <a:rPr lang="de-CH" sz="1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4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de-CH" sz="1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4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record</a:t>
            </a:r>
            <a:r>
              <a:rPr lang="de-CH" sz="1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4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de-CH" sz="1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4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missing</a:t>
            </a:r>
            <a:r>
              <a:rPr lang="de-CH" sz="1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XML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UtilLock.lock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reloadJazzGuestsObject</a:t>
            </a:r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reloadJazzGuestXmlObject</a:t>
            </a:r>
            <a:endParaRPr lang="de-CH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reloadJazzGuestsUploadedObject</a:t>
            </a:r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reloadJazzGuestUploadedXmlObject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backupJazzGuestsUploaded</a:t>
            </a:r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UtilServer.copyFileCallback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backupJazzGuestsXml</a:t>
            </a:r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UtilServer.copyFileCallback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moveImageFromUploadedToBackupDir</a:t>
            </a:r>
            <a:endParaRPr lang="de-CH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getDeleteRecordNumber</a:t>
            </a:r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object JazzGuestsUploaded.xml</a:t>
            </a:r>
          </a:p>
          <a:p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JazzGuestsXml.getGuestFileName</a:t>
            </a:r>
            <a:endParaRPr lang="de-CH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GuestbookServer.getUploadedXmlDirUrl</a:t>
            </a:r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getBackupDirUrl</a:t>
            </a:r>
            <a:endParaRPr lang="de-CH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UtilServer.moveFileCallback</a:t>
            </a:r>
            <a:endParaRPr lang="de-CH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moveImageFromJazzGuestDirToBackupDir</a:t>
            </a:r>
            <a:endParaRPr lang="de-CH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getDeleteRecordNumber</a:t>
            </a:r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object JazzGuests.xml</a:t>
            </a:r>
          </a:p>
          <a:p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JazzGuestsXml.getGuestFileName</a:t>
            </a:r>
            <a:endParaRPr lang="de-CH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GuestbookServer.getUploadedXmlDirUrl</a:t>
            </a:r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getBackupDirUrl</a:t>
            </a:r>
            <a:endParaRPr lang="de-CH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UtilServer.moveFileCallback</a:t>
            </a:r>
            <a:endParaRPr lang="de-CH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deleteRecordSaveJazzGuestsUploadedXml</a:t>
            </a:r>
            <a:endParaRPr lang="de-CH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UtilServer.saveFileCallback</a:t>
            </a:r>
            <a:endParaRPr lang="de-CH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deleteRecordSaveJazzGuestsXml</a:t>
            </a:r>
            <a:endParaRPr lang="de-CH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UtilServer.saveFileCallback</a:t>
            </a:r>
            <a:endParaRPr lang="de-CH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unlockFiles</a:t>
            </a:r>
            <a:endParaRPr lang="de-CH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sendNoticationEmail</a:t>
            </a:r>
            <a:endParaRPr lang="de-CH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finish</a:t>
            </a:r>
          </a:p>
          <a:p>
            <a:endParaRPr lang="de-CH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2CFEA98-5CD9-7521-C538-AD3C8B4E6264}"/>
              </a:ext>
            </a:extLst>
          </p:cNvPr>
          <p:cNvSpPr/>
          <p:nvPr/>
        </p:nvSpPr>
        <p:spPr>
          <a:xfrm>
            <a:off x="315310" y="3140804"/>
            <a:ext cx="2220500" cy="5448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executeContactRequest</a:t>
            </a:r>
            <a:endParaRPr lang="de-CH" sz="1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4B5DEDCD-5D6B-324D-6B8E-007EED69193E}"/>
              </a:ext>
            </a:extLst>
          </p:cNvPr>
          <p:cNvCxnSpPr>
            <a:cxnSpLocks/>
          </p:cNvCxnSpPr>
          <p:nvPr/>
        </p:nvCxnSpPr>
        <p:spPr>
          <a:xfrm>
            <a:off x="1433223" y="2884136"/>
            <a:ext cx="0" cy="275252"/>
          </a:xfrm>
          <a:prstGeom prst="line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fik 9">
            <a:extLst>
              <a:ext uri="{FF2B5EF4-FFF2-40B4-BE49-F238E27FC236}">
                <a16:creationId xmlns:a16="http://schemas.microsoft.com/office/drawing/2014/main" id="{B939E9F6-5025-9053-46B7-2386E80B8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28" y="598422"/>
            <a:ext cx="2609524" cy="22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863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16179D24-DA05-AD37-9F6D-42A6B610FC90}"/>
              </a:ext>
            </a:extLst>
          </p:cNvPr>
          <p:cNvSpPr/>
          <p:nvPr/>
        </p:nvSpPr>
        <p:spPr>
          <a:xfrm>
            <a:off x="2119856" y="216027"/>
            <a:ext cx="4193645" cy="57046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UploadWindow</a:t>
            </a:r>
            <a:endParaRPr lang="de-CH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Sets the title for the active upload window</a:t>
            </a:r>
            <a:endParaRPr lang="de-CH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E08D890D-951C-FC28-3D6A-0B6EB4F993C4}"/>
              </a:ext>
            </a:extLst>
          </p:cNvPr>
          <p:cNvSpPr/>
          <p:nvPr/>
        </p:nvSpPr>
        <p:spPr>
          <a:xfrm>
            <a:off x="2119855" y="786496"/>
            <a:ext cx="4193646" cy="504280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 variables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m_el_div_window_title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Container &lt;div&gt; element for the window title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m_active_window_index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Active window index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m_windows_title_array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GuestStr.getUploadWindowTitleArray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sz="10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Array with titles for the upload windows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m_n_forward_max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arraylength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- 2</a:t>
            </a:r>
          </a:p>
          <a:p>
            <a:r>
              <a:rPr lang="en-US" sz="10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Maximum index number for function forward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m_n_forward_min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1</a:t>
            </a:r>
          </a:p>
          <a:p>
            <a:r>
              <a:rPr lang="en-US" sz="10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Minimum index number for function backward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m_contact_active_window_index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arraylength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- 2</a:t>
            </a:r>
          </a:p>
          <a:p>
            <a:r>
              <a:rPr lang="en-US" sz="10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Active index for window contact (change of record)</a:t>
            </a: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 functions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Initialization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setTitle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Sets the title defined by </a:t>
            </a:r>
            <a:r>
              <a:rPr lang="en-US" sz="1000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m_active_window_index</a:t>
            </a:r>
            <a:endParaRPr lang="en-US" sz="10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forward</a:t>
            </a:r>
          </a:p>
          <a:p>
            <a:r>
              <a:rPr lang="en-US" sz="10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Sets the title for the next window</a:t>
            </a: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backward</a:t>
            </a:r>
          </a:p>
          <a:p>
            <a:r>
              <a:rPr lang="en-US" sz="10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Sets the title for the previous window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toContact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Sets the title for the page contact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toUploadImage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Sets the title for the page upload window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cancelContact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Sets title for back from contact (page 1)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getInfoUrl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Returns the URL to the page information HTML file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FF875FC-E38C-89D9-4DBF-B28F1C561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4637" y="895039"/>
            <a:ext cx="4304762" cy="19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884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A7B94AA9-E298-B568-0D02-C66DDAAE6171}"/>
              </a:ext>
            </a:extLst>
          </p:cNvPr>
          <p:cNvSpPr txBox="1"/>
          <p:nvPr/>
        </p:nvSpPr>
        <p:spPr>
          <a:xfrm>
            <a:off x="135081" y="93517"/>
            <a:ext cx="907126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600" b="1" dirty="0">
                <a:latin typeface="Arial" panose="020B0604020202020204" pitchFamily="34" charset="0"/>
                <a:cs typeface="Arial" panose="020B0604020202020204" pitchFamily="34" charset="0"/>
              </a:rPr>
              <a:t>	       JazzGuests.xml</a:t>
            </a:r>
          </a:p>
          <a:p>
            <a:r>
              <a:rPr lang="de-CH" sz="9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38871745-CDAC-82B9-0443-657BFEE74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741" y="684750"/>
            <a:ext cx="3986477" cy="164427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BAC51935-C1F4-3FE2-2809-09600569E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047" y="2443203"/>
            <a:ext cx="11361905" cy="39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223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E9061B95-60AB-1A9F-15F7-E15CDF78036A}"/>
              </a:ext>
            </a:extLst>
          </p:cNvPr>
          <p:cNvSpPr/>
          <p:nvPr/>
        </p:nvSpPr>
        <p:spPr>
          <a:xfrm>
            <a:off x="1143111" y="984957"/>
            <a:ext cx="3467701" cy="57046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GuestbookData</a:t>
            </a:r>
            <a:endParaRPr lang="de-CH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Holds all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guest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record</a:t>
            </a:r>
            <a:endParaRPr lang="de-CH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31D00F0-953D-A354-9BD7-723EFBB1E9EC}"/>
              </a:ext>
            </a:extLst>
          </p:cNvPr>
          <p:cNvSpPr/>
          <p:nvPr/>
        </p:nvSpPr>
        <p:spPr>
          <a:xfrm>
            <a:off x="1143110" y="1555425"/>
            <a:ext cx="3467703" cy="407644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 variables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m_names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m_email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m_title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m_remark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m_band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m_musicians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m_year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m_month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m_day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m_image_file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m_file_name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m_reg_number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m_append_both_callback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m_uploaded_xml_new_record_number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m_xml_new_register_number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m_xml_new_register_image_file_name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m_user_opened_record_for_edit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Generated upload code</a:t>
            </a: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upload code from the user</a:t>
            </a: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 set and get functions for all members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9149DE7-DE6F-0E10-1B54-867E3919730D}"/>
              </a:ext>
            </a:extLst>
          </p:cNvPr>
          <p:cNvSpPr/>
          <p:nvPr/>
        </p:nvSpPr>
        <p:spPr>
          <a:xfrm>
            <a:off x="6255437" y="984957"/>
            <a:ext cx="3467701" cy="57046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GuestStorage</a:t>
            </a:r>
            <a:endParaRPr lang="de-CH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Functions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storage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strings</a:t>
            </a:r>
            <a:endParaRPr lang="de-CH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1227246-BC88-2622-97C4-CAC98A9A5861}"/>
              </a:ext>
            </a:extLst>
          </p:cNvPr>
          <p:cNvSpPr/>
          <p:nvPr/>
        </p:nvSpPr>
        <p:spPr>
          <a:xfrm>
            <a:off x="6255436" y="1555425"/>
            <a:ext cx="3467703" cy="199826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 functions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getGuestbookData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Returns object </a:t>
            </a:r>
            <a:r>
              <a:rPr lang="en-US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GuestbookData</a:t>
            </a:r>
            <a:endParaRPr lang="en-US" sz="1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setGuestbookData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i_guestbook_data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Sets storage data from object </a:t>
            </a:r>
            <a:r>
              <a:rPr lang="en-US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GuestbookData</a:t>
            </a:r>
            <a:endParaRPr lang="en-US" sz="1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getNames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getEmail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getTitle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…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setNames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setEmail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setTitle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…</a:t>
            </a: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getKeyNames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getKeyEmail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getKeyTitle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….</a:t>
            </a: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698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93415D7D-26F9-E4FD-827F-870A284720FA}"/>
              </a:ext>
            </a:extLst>
          </p:cNvPr>
          <p:cNvSpPr/>
          <p:nvPr/>
        </p:nvSpPr>
        <p:spPr>
          <a:xfrm>
            <a:off x="5255178" y="868775"/>
            <a:ext cx="1650120" cy="39543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5788D155-88D7-34A0-51EC-7ED95A1692C7}"/>
              </a:ext>
            </a:extLst>
          </p:cNvPr>
          <p:cNvCxnSpPr>
            <a:cxnSpLocks/>
          </p:cNvCxnSpPr>
          <p:nvPr/>
        </p:nvCxnSpPr>
        <p:spPr>
          <a:xfrm flipV="1">
            <a:off x="6059910" y="1264215"/>
            <a:ext cx="0" cy="131169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663BCB8F-F504-DEA2-19FE-A2405C79A26E}"/>
              </a:ext>
            </a:extLst>
          </p:cNvPr>
          <p:cNvCxnSpPr>
            <a:cxnSpLocks/>
          </p:cNvCxnSpPr>
          <p:nvPr/>
        </p:nvCxnSpPr>
        <p:spPr>
          <a:xfrm flipH="1">
            <a:off x="5044954" y="2020753"/>
            <a:ext cx="1903083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39320A92-3D8C-4962-FCEF-48FCDADA0C00}"/>
              </a:ext>
            </a:extLst>
          </p:cNvPr>
          <p:cNvCxnSpPr>
            <a:cxnSpLocks/>
          </p:cNvCxnSpPr>
          <p:nvPr/>
        </p:nvCxnSpPr>
        <p:spPr>
          <a:xfrm flipV="1">
            <a:off x="6948037" y="2005190"/>
            <a:ext cx="0" cy="131169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D789DD8E-BA64-D9F0-8C31-2D210C5255A5}"/>
              </a:ext>
            </a:extLst>
          </p:cNvPr>
          <p:cNvCxnSpPr>
            <a:cxnSpLocks/>
          </p:cNvCxnSpPr>
          <p:nvPr/>
        </p:nvCxnSpPr>
        <p:spPr>
          <a:xfrm flipV="1">
            <a:off x="6054655" y="1889584"/>
            <a:ext cx="0" cy="131169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hteck 10">
            <a:extLst>
              <a:ext uri="{FF2B5EF4-FFF2-40B4-BE49-F238E27FC236}">
                <a16:creationId xmlns:a16="http://schemas.microsoft.com/office/drawing/2014/main" id="{5B12C8E1-6135-08D5-544D-B9790DBDF9A0}"/>
              </a:ext>
            </a:extLst>
          </p:cNvPr>
          <p:cNvSpPr/>
          <p:nvPr/>
        </p:nvSpPr>
        <p:spPr>
          <a:xfrm>
            <a:off x="5255177" y="1387636"/>
            <a:ext cx="1650120" cy="51514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JazzGuests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JazzGuests.xml</a:t>
            </a:r>
          </a:p>
          <a:p>
            <a:pPr algn="ctr"/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Images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37C3922-E706-C9EA-95B3-680A84B0E38F}"/>
              </a:ext>
            </a:extLst>
          </p:cNvPr>
          <p:cNvSpPr/>
          <p:nvPr/>
        </p:nvSpPr>
        <p:spPr>
          <a:xfrm>
            <a:off x="4225160" y="2144178"/>
            <a:ext cx="1650120" cy="52026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LockUnlock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CH" sz="1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LockUnlock.txt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619E4222-0812-D707-D9E0-57A67FB176D1}"/>
              </a:ext>
            </a:extLst>
          </p:cNvPr>
          <p:cNvSpPr/>
          <p:nvPr/>
        </p:nvSpPr>
        <p:spPr>
          <a:xfrm>
            <a:off x="6106516" y="2144178"/>
            <a:ext cx="1723693" cy="5280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Uploaded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JazzGuestsUploaded.xml</a:t>
            </a:r>
          </a:p>
          <a:p>
            <a:pPr algn="ctr"/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Images</a:t>
            </a: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0167EAA7-8654-827C-3F6D-0D439992AB32}"/>
              </a:ext>
            </a:extLst>
          </p:cNvPr>
          <p:cNvCxnSpPr>
            <a:cxnSpLocks/>
          </p:cNvCxnSpPr>
          <p:nvPr/>
        </p:nvCxnSpPr>
        <p:spPr>
          <a:xfrm flipV="1">
            <a:off x="5040415" y="1999937"/>
            <a:ext cx="0" cy="131169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3596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9380A9CB-02E1-ECBC-1112-3AAEF6227AF2}"/>
              </a:ext>
            </a:extLst>
          </p:cNvPr>
          <p:cNvCxnSpPr>
            <a:cxnSpLocks/>
          </p:cNvCxnSpPr>
          <p:nvPr/>
        </p:nvCxnSpPr>
        <p:spPr>
          <a:xfrm flipV="1">
            <a:off x="1103272" y="4637323"/>
            <a:ext cx="26255" cy="10441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7A3D6E7C-EA14-8E96-BE32-8F84F040C1E6}"/>
              </a:ext>
            </a:extLst>
          </p:cNvPr>
          <p:cNvCxnSpPr>
            <a:cxnSpLocks/>
          </p:cNvCxnSpPr>
          <p:nvPr/>
        </p:nvCxnSpPr>
        <p:spPr>
          <a:xfrm flipV="1">
            <a:off x="1705298" y="1847472"/>
            <a:ext cx="1340" cy="10084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Gerader Verbinder 99">
            <a:extLst>
              <a:ext uri="{FF2B5EF4-FFF2-40B4-BE49-F238E27FC236}">
                <a16:creationId xmlns:a16="http://schemas.microsoft.com/office/drawing/2014/main" id="{C59BFF20-6C99-AEEE-B75B-5E6CF19530BB}"/>
              </a:ext>
            </a:extLst>
          </p:cNvPr>
          <p:cNvCxnSpPr>
            <a:cxnSpLocks/>
            <a:stCxn id="101" idx="0"/>
          </p:cNvCxnSpPr>
          <p:nvPr/>
        </p:nvCxnSpPr>
        <p:spPr>
          <a:xfrm flipV="1">
            <a:off x="4809297" y="4648229"/>
            <a:ext cx="28058" cy="6672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Gerader Verbinder 82">
            <a:extLst>
              <a:ext uri="{FF2B5EF4-FFF2-40B4-BE49-F238E27FC236}">
                <a16:creationId xmlns:a16="http://schemas.microsoft.com/office/drawing/2014/main" id="{8912968E-8CF8-252D-2221-9CB3227C5620}"/>
              </a:ext>
            </a:extLst>
          </p:cNvPr>
          <p:cNvCxnSpPr>
            <a:cxnSpLocks/>
            <a:stCxn id="84" idx="0"/>
          </p:cNvCxnSpPr>
          <p:nvPr/>
        </p:nvCxnSpPr>
        <p:spPr>
          <a:xfrm flipV="1">
            <a:off x="3016699" y="4650217"/>
            <a:ext cx="0" cy="6672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3F92A52D-10E1-C31C-8CA0-6A21600232FC}"/>
              </a:ext>
            </a:extLst>
          </p:cNvPr>
          <p:cNvCxnSpPr>
            <a:cxnSpLocks/>
          </p:cNvCxnSpPr>
          <p:nvPr/>
        </p:nvCxnSpPr>
        <p:spPr>
          <a:xfrm flipV="1">
            <a:off x="1448200" y="1829823"/>
            <a:ext cx="0" cy="6515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45959A99-740D-0D43-5490-7D90A89F77C7}"/>
              </a:ext>
            </a:extLst>
          </p:cNvPr>
          <p:cNvCxnSpPr>
            <a:cxnSpLocks/>
          </p:cNvCxnSpPr>
          <p:nvPr/>
        </p:nvCxnSpPr>
        <p:spPr>
          <a:xfrm flipH="1" flipV="1">
            <a:off x="2847115" y="1652822"/>
            <a:ext cx="2344" cy="1946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96AD85B6-6FD3-E446-0E3E-563EC80D5A34}"/>
              </a:ext>
            </a:extLst>
          </p:cNvPr>
          <p:cNvCxnSpPr>
            <a:cxnSpLocks/>
          </p:cNvCxnSpPr>
          <p:nvPr/>
        </p:nvCxnSpPr>
        <p:spPr>
          <a:xfrm flipV="1">
            <a:off x="1098373" y="1829823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5C9673D2-C531-1043-AC2D-DFFB5C2E507C}"/>
              </a:ext>
            </a:extLst>
          </p:cNvPr>
          <p:cNvCxnSpPr>
            <a:cxnSpLocks/>
          </p:cNvCxnSpPr>
          <p:nvPr/>
        </p:nvCxnSpPr>
        <p:spPr>
          <a:xfrm>
            <a:off x="1098373" y="1840334"/>
            <a:ext cx="3922516" cy="14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998D00CD-6820-32B3-94D5-393AECB1B0D4}"/>
              </a:ext>
            </a:extLst>
          </p:cNvPr>
          <p:cNvSpPr/>
          <p:nvPr/>
        </p:nvSpPr>
        <p:spPr>
          <a:xfrm>
            <a:off x="4702362" y="2014217"/>
            <a:ext cx="614749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Styles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EDC2EEC-7326-6598-9E81-E41457170AAA}"/>
              </a:ext>
            </a:extLst>
          </p:cNvPr>
          <p:cNvSpPr/>
          <p:nvPr/>
        </p:nvSpPr>
        <p:spPr>
          <a:xfrm>
            <a:off x="2379515" y="935996"/>
            <a:ext cx="930728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Guestbook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lussdiagramm: Karte 8">
            <a:extLst>
              <a:ext uri="{FF2B5EF4-FFF2-40B4-BE49-F238E27FC236}">
                <a16:creationId xmlns:a16="http://schemas.microsoft.com/office/drawing/2014/main" id="{D2B7AD85-DDF8-251C-8A8D-D988C6BCD689}"/>
              </a:ext>
            </a:extLst>
          </p:cNvPr>
          <p:cNvSpPr/>
          <p:nvPr/>
        </p:nvSpPr>
        <p:spPr>
          <a:xfrm>
            <a:off x="269318" y="2001523"/>
            <a:ext cx="1602804" cy="296211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GuestbookUpload.htm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8836AF09-B03F-0BE5-721A-A2E4B9E40CF0}"/>
              </a:ext>
            </a:extLst>
          </p:cNvPr>
          <p:cNvCxnSpPr>
            <a:cxnSpLocks/>
          </p:cNvCxnSpPr>
          <p:nvPr/>
        </p:nvCxnSpPr>
        <p:spPr>
          <a:xfrm flipV="1">
            <a:off x="4350222" y="1839426"/>
            <a:ext cx="0" cy="1814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F4BEAE23-C0DE-8451-2A74-6E72BB7B3655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2533769" y="1839426"/>
            <a:ext cx="0" cy="1620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hteck 12">
            <a:extLst>
              <a:ext uri="{FF2B5EF4-FFF2-40B4-BE49-F238E27FC236}">
                <a16:creationId xmlns:a16="http://schemas.microsoft.com/office/drawing/2014/main" id="{541F7EC4-2ABB-74E6-EAB0-1BC21E56FAE7}"/>
              </a:ext>
            </a:extLst>
          </p:cNvPr>
          <p:cNvSpPr/>
          <p:nvPr/>
        </p:nvSpPr>
        <p:spPr>
          <a:xfrm>
            <a:off x="2240225" y="2001473"/>
            <a:ext cx="587088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Icons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697CB869-C4CB-8C68-8045-DCF27DDA2F65}"/>
              </a:ext>
            </a:extLst>
          </p:cNvPr>
          <p:cNvSpPr/>
          <p:nvPr/>
        </p:nvSpPr>
        <p:spPr>
          <a:xfrm>
            <a:off x="2879134" y="2002390"/>
            <a:ext cx="585933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jQuery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C42F5C0B-808C-D2EC-9364-9327DA35116B}"/>
              </a:ext>
            </a:extLst>
          </p:cNvPr>
          <p:cNvCxnSpPr>
            <a:cxnSpLocks/>
          </p:cNvCxnSpPr>
          <p:nvPr/>
        </p:nvCxnSpPr>
        <p:spPr>
          <a:xfrm flipV="1">
            <a:off x="3181757" y="1847472"/>
            <a:ext cx="0" cy="1374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hteck 15">
            <a:extLst>
              <a:ext uri="{FF2B5EF4-FFF2-40B4-BE49-F238E27FC236}">
                <a16:creationId xmlns:a16="http://schemas.microsoft.com/office/drawing/2014/main" id="{5E6E7109-9095-298B-49C1-2FFE4B045DEB}"/>
              </a:ext>
            </a:extLst>
          </p:cNvPr>
          <p:cNvSpPr/>
          <p:nvPr/>
        </p:nvSpPr>
        <p:spPr>
          <a:xfrm>
            <a:off x="4020989" y="2007833"/>
            <a:ext cx="639615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Scripts</a:t>
            </a:r>
          </a:p>
        </p:txBody>
      </p: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0BB9DC90-6FE2-0D95-179E-3FEC8AB9ADC6}"/>
              </a:ext>
            </a:extLst>
          </p:cNvPr>
          <p:cNvCxnSpPr>
            <a:cxnSpLocks/>
          </p:cNvCxnSpPr>
          <p:nvPr/>
        </p:nvCxnSpPr>
        <p:spPr>
          <a:xfrm flipV="1">
            <a:off x="3761277" y="1847472"/>
            <a:ext cx="0" cy="1670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hteck 17">
            <a:extLst>
              <a:ext uri="{FF2B5EF4-FFF2-40B4-BE49-F238E27FC236}">
                <a16:creationId xmlns:a16="http://schemas.microsoft.com/office/drawing/2014/main" id="{ABB8FD58-8533-C85D-5C76-5FFCA0BC661E}"/>
              </a:ext>
            </a:extLst>
          </p:cNvPr>
          <p:cNvSpPr/>
          <p:nvPr/>
        </p:nvSpPr>
        <p:spPr>
          <a:xfrm>
            <a:off x="3516888" y="2001473"/>
            <a:ext cx="464944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Php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565CD683-CD0B-C40B-7690-149EEBD18349}"/>
              </a:ext>
            </a:extLst>
          </p:cNvPr>
          <p:cNvCxnSpPr>
            <a:cxnSpLocks/>
            <a:endCxn id="26" idx="2"/>
          </p:cNvCxnSpPr>
          <p:nvPr/>
        </p:nvCxnSpPr>
        <p:spPr>
          <a:xfrm flipH="1" flipV="1">
            <a:off x="2844879" y="763778"/>
            <a:ext cx="2344" cy="1946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hteck 25">
            <a:extLst>
              <a:ext uri="{FF2B5EF4-FFF2-40B4-BE49-F238E27FC236}">
                <a16:creationId xmlns:a16="http://schemas.microsoft.com/office/drawing/2014/main" id="{AACC36AB-E675-7A96-C4B3-C827FC64A05B}"/>
              </a:ext>
            </a:extLst>
          </p:cNvPr>
          <p:cNvSpPr/>
          <p:nvPr/>
        </p:nvSpPr>
        <p:spPr>
          <a:xfrm>
            <a:off x="2379515" y="490637"/>
            <a:ext cx="930728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D5A3509E-AD48-D3AF-A8EC-2D93A384CC0D}"/>
              </a:ext>
            </a:extLst>
          </p:cNvPr>
          <p:cNvCxnSpPr>
            <a:cxnSpLocks/>
          </p:cNvCxnSpPr>
          <p:nvPr/>
        </p:nvCxnSpPr>
        <p:spPr>
          <a:xfrm>
            <a:off x="919492" y="4650217"/>
            <a:ext cx="4264770" cy="76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6951FAA3-3BA6-8CAA-D046-6B65426FD1B8}"/>
              </a:ext>
            </a:extLst>
          </p:cNvPr>
          <p:cNvCxnSpPr>
            <a:cxnSpLocks/>
            <a:stCxn id="36" idx="0"/>
          </p:cNvCxnSpPr>
          <p:nvPr/>
        </p:nvCxnSpPr>
        <p:spPr>
          <a:xfrm flipV="1">
            <a:off x="2182885" y="4665942"/>
            <a:ext cx="1983" cy="6446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hteck 35">
            <a:extLst>
              <a:ext uri="{FF2B5EF4-FFF2-40B4-BE49-F238E27FC236}">
                <a16:creationId xmlns:a16="http://schemas.microsoft.com/office/drawing/2014/main" id="{C884E912-E610-0E93-4AB8-E11716E6D2D7}"/>
              </a:ext>
            </a:extLst>
          </p:cNvPr>
          <p:cNvSpPr/>
          <p:nvPr/>
        </p:nvSpPr>
        <p:spPr>
          <a:xfrm>
            <a:off x="1711234" y="5310622"/>
            <a:ext cx="943302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Description</a:t>
            </a:r>
          </a:p>
        </p:txBody>
      </p: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6F9FEC34-24FB-D7D0-71E9-C0397131D4AC}"/>
              </a:ext>
            </a:extLst>
          </p:cNvPr>
          <p:cNvCxnSpPr>
            <a:cxnSpLocks/>
            <a:endCxn id="46" idx="2"/>
          </p:cNvCxnSpPr>
          <p:nvPr/>
        </p:nvCxnSpPr>
        <p:spPr>
          <a:xfrm flipH="1" flipV="1">
            <a:off x="2664981" y="4446716"/>
            <a:ext cx="5597" cy="1946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hteck 45">
            <a:extLst>
              <a:ext uri="{FF2B5EF4-FFF2-40B4-BE49-F238E27FC236}">
                <a16:creationId xmlns:a16="http://schemas.microsoft.com/office/drawing/2014/main" id="{0D775C12-4F33-CCC5-B360-A97793ED3690}"/>
              </a:ext>
            </a:extLst>
          </p:cNvPr>
          <p:cNvSpPr/>
          <p:nvPr/>
        </p:nvSpPr>
        <p:spPr>
          <a:xfrm>
            <a:off x="2019719" y="4173575"/>
            <a:ext cx="1290524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WwwGuestbook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393ABDC5-1C78-DA3C-D40F-0D3DD113B20C}"/>
              </a:ext>
            </a:extLst>
          </p:cNvPr>
          <p:cNvSpPr txBox="1"/>
          <p:nvPr/>
        </p:nvSpPr>
        <p:spPr>
          <a:xfrm>
            <a:off x="552467" y="3627706"/>
            <a:ext cx="42041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sz="1400" b="1" dirty="0">
                <a:latin typeface="Arial" panose="020B0604020202020204" pitchFamily="34" charset="0"/>
                <a:cs typeface="Arial" panose="020B0604020202020204" pitchFamily="34" charset="0"/>
              </a:rPr>
              <a:t>Computer (GitHub) Ordner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42BEAF56-8042-C690-58EB-388AE0751863}"/>
              </a:ext>
            </a:extLst>
          </p:cNvPr>
          <p:cNvSpPr txBox="1"/>
          <p:nvPr/>
        </p:nvSpPr>
        <p:spPr>
          <a:xfrm>
            <a:off x="758152" y="48703"/>
            <a:ext cx="42041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sz="1400" b="1" dirty="0">
                <a:latin typeface="Arial" panose="020B0604020202020204" pitchFamily="34" charset="0"/>
                <a:cs typeface="Arial" panose="020B0604020202020204" pitchFamily="34" charset="0"/>
              </a:rPr>
              <a:t>Server Ordner</a:t>
            </a:r>
          </a:p>
        </p:txBody>
      </p:sp>
      <p:sp>
        <p:nvSpPr>
          <p:cNvPr id="49" name="Flussdiagramm: Karte 48">
            <a:extLst>
              <a:ext uri="{FF2B5EF4-FFF2-40B4-BE49-F238E27FC236}">
                <a16:creationId xmlns:a16="http://schemas.microsoft.com/office/drawing/2014/main" id="{60E5F8BD-9439-E64B-E5E4-53667D80E7A9}"/>
              </a:ext>
            </a:extLst>
          </p:cNvPr>
          <p:cNvSpPr/>
          <p:nvPr/>
        </p:nvSpPr>
        <p:spPr>
          <a:xfrm>
            <a:off x="511847" y="2481403"/>
            <a:ext cx="1602804" cy="296211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GuestbookAdmin.htm</a:t>
            </a:r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A6B34611-72A9-27CB-E980-24A26A92541A}"/>
              </a:ext>
            </a:extLst>
          </p:cNvPr>
          <p:cNvSpPr/>
          <p:nvPr/>
        </p:nvSpPr>
        <p:spPr>
          <a:xfrm>
            <a:off x="2379515" y="1390312"/>
            <a:ext cx="930728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Version_x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8B88046B-6B45-04EA-79D0-7D1CAD470A46}"/>
              </a:ext>
            </a:extLst>
          </p:cNvPr>
          <p:cNvCxnSpPr>
            <a:cxnSpLocks/>
          </p:cNvCxnSpPr>
          <p:nvPr/>
        </p:nvCxnSpPr>
        <p:spPr>
          <a:xfrm flipH="1" flipV="1">
            <a:off x="2844879" y="1218094"/>
            <a:ext cx="2344" cy="1946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0112FBFB-75A3-17CC-A088-776F64459F88}"/>
              </a:ext>
            </a:extLst>
          </p:cNvPr>
          <p:cNvCxnSpPr>
            <a:cxnSpLocks/>
          </p:cNvCxnSpPr>
          <p:nvPr/>
        </p:nvCxnSpPr>
        <p:spPr>
          <a:xfrm flipV="1">
            <a:off x="3678358" y="1289404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Gerader Verbinder 66">
            <a:extLst>
              <a:ext uri="{FF2B5EF4-FFF2-40B4-BE49-F238E27FC236}">
                <a16:creationId xmlns:a16="http://schemas.microsoft.com/office/drawing/2014/main" id="{D6F1AE22-7E46-FAA9-835B-5016A3F7C5E8}"/>
              </a:ext>
            </a:extLst>
          </p:cNvPr>
          <p:cNvCxnSpPr>
            <a:cxnSpLocks/>
          </p:cNvCxnSpPr>
          <p:nvPr/>
        </p:nvCxnSpPr>
        <p:spPr>
          <a:xfrm>
            <a:off x="758152" y="1299915"/>
            <a:ext cx="29185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Gerader Verbinder 68">
            <a:extLst>
              <a:ext uri="{FF2B5EF4-FFF2-40B4-BE49-F238E27FC236}">
                <a16:creationId xmlns:a16="http://schemas.microsoft.com/office/drawing/2014/main" id="{C1C42E08-5213-72DF-6F7A-66311A6C9B3E}"/>
              </a:ext>
            </a:extLst>
          </p:cNvPr>
          <p:cNvCxnSpPr>
            <a:cxnSpLocks/>
          </p:cNvCxnSpPr>
          <p:nvPr/>
        </p:nvCxnSpPr>
        <p:spPr>
          <a:xfrm flipV="1">
            <a:off x="768945" y="1299007"/>
            <a:ext cx="0" cy="1814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B246B6E6-FB6C-0694-0491-08BFD01F4256}"/>
              </a:ext>
            </a:extLst>
          </p:cNvPr>
          <p:cNvCxnSpPr>
            <a:cxnSpLocks/>
          </p:cNvCxnSpPr>
          <p:nvPr/>
        </p:nvCxnSpPr>
        <p:spPr>
          <a:xfrm flipV="1">
            <a:off x="1899351" y="1299007"/>
            <a:ext cx="0" cy="1620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D1426151-D8FD-6AFD-650B-F138237B5250}"/>
              </a:ext>
            </a:extLst>
          </p:cNvPr>
          <p:cNvCxnSpPr>
            <a:cxnSpLocks/>
          </p:cNvCxnSpPr>
          <p:nvPr/>
        </p:nvCxnSpPr>
        <p:spPr>
          <a:xfrm flipV="1">
            <a:off x="980572" y="4637323"/>
            <a:ext cx="0" cy="6515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Gerader Verbinder 76">
            <a:extLst>
              <a:ext uri="{FF2B5EF4-FFF2-40B4-BE49-F238E27FC236}">
                <a16:creationId xmlns:a16="http://schemas.microsoft.com/office/drawing/2014/main" id="{B35CA9B0-C009-2E82-4E20-7AC64BED45E9}"/>
              </a:ext>
            </a:extLst>
          </p:cNvPr>
          <p:cNvCxnSpPr>
            <a:cxnSpLocks/>
          </p:cNvCxnSpPr>
          <p:nvPr/>
        </p:nvCxnSpPr>
        <p:spPr>
          <a:xfrm flipV="1">
            <a:off x="932889" y="4637323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Flussdiagramm: Karte 77">
            <a:extLst>
              <a:ext uri="{FF2B5EF4-FFF2-40B4-BE49-F238E27FC236}">
                <a16:creationId xmlns:a16="http://schemas.microsoft.com/office/drawing/2014/main" id="{F14D15F9-9167-A75B-A202-5DA83E0694E7}"/>
              </a:ext>
            </a:extLst>
          </p:cNvPr>
          <p:cNvSpPr/>
          <p:nvPr/>
        </p:nvSpPr>
        <p:spPr>
          <a:xfrm>
            <a:off x="103834" y="4809023"/>
            <a:ext cx="1602804" cy="296211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GuestbookUpload.htm</a:t>
            </a:r>
          </a:p>
        </p:txBody>
      </p:sp>
      <p:sp>
        <p:nvSpPr>
          <p:cNvPr id="79" name="Flussdiagramm: Karte 78">
            <a:extLst>
              <a:ext uri="{FF2B5EF4-FFF2-40B4-BE49-F238E27FC236}">
                <a16:creationId xmlns:a16="http://schemas.microsoft.com/office/drawing/2014/main" id="{9691C882-60A6-4B07-FB86-9C9F95C436D5}"/>
              </a:ext>
            </a:extLst>
          </p:cNvPr>
          <p:cNvSpPr/>
          <p:nvPr/>
        </p:nvSpPr>
        <p:spPr>
          <a:xfrm>
            <a:off x="44219" y="5288903"/>
            <a:ext cx="1602804" cy="296211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GuestbookAdmin.htm</a:t>
            </a:r>
          </a:p>
        </p:txBody>
      </p:sp>
      <p:sp>
        <p:nvSpPr>
          <p:cNvPr id="82" name="Rechteck 81">
            <a:extLst>
              <a:ext uri="{FF2B5EF4-FFF2-40B4-BE49-F238E27FC236}">
                <a16:creationId xmlns:a16="http://schemas.microsoft.com/office/drawing/2014/main" id="{B16A8401-CF64-15E4-FB57-8BDFBFE0A09E}"/>
              </a:ext>
            </a:extLst>
          </p:cNvPr>
          <p:cNvSpPr/>
          <p:nvPr/>
        </p:nvSpPr>
        <p:spPr>
          <a:xfrm>
            <a:off x="2384204" y="4823459"/>
            <a:ext cx="587088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Icons</a:t>
            </a:r>
          </a:p>
        </p:txBody>
      </p:sp>
      <p:sp>
        <p:nvSpPr>
          <p:cNvPr id="84" name="Rechteck 83">
            <a:extLst>
              <a:ext uri="{FF2B5EF4-FFF2-40B4-BE49-F238E27FC236}">
                <a16:creationId xmlns:a16="http://schemas.microsoft.com/office/drawing/2014/main" id="{BE11DA07-A691-CB43-0370-AD8A8CC40A97}"/>
              </a:ext>
            </a:extLst>
          </p:cNvPr>
          <p:cNvSpPr/>
          <p:nvPr/>
        </p:nvSpPr>
        <p:spPr>
          <a:xfrm>
            <a:off x="2723155" y="5317506"/>
            <a:ext cx="587088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</a:t>
            </a:r>
          </a:p>
        </p:txBody>
      </p:sp>
      <p:sp>
        <p:nvSpPr>
          <p:cNvPr id="85" name="Rechteck 84">
            <a:extLst>
              <a:ext uri="{FF2B5EF4-FFF2-40B4-BE49-F238E27FC236}">
                <a16:creationId xmlns:a16="http://schemas.microsoft.com/office/drawing/2014/main" id="{5A78634B-8723-B821-1D79-9398C9FF907A}"/>
              </a:ext>
            </a:extLst>
          </p:cNvPr>
          <p:cNvSpPr/>
          <p:nvPr/>
        </p:nvSpPr>
        <p:spPr>
          <a:xfrm>
            <a:off x="4862188" y="4832687"/>
            <a:ext cx="614749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Styles</a:t>
            </a:r>
          </a:p>
        </p:txBody>
      </p:sp>
      <p:cxnSp>
        <p:nvCxnSpPr>
          <p:cNvPr id="86" name="Gerader Verbinder 85">
            <a:extLst>
              <a:ext uri="{FF2B5EF4-FFF2-40B4-BE49-F238E27FC236}">
                <a16:creationId xmlns:a16="http://schemas.microsoft.com/office/drawing/2014/main" id="{ABD569EF-F461-1F57-6A92-B41B87452269}"/>
              </a:ext>
            </a:extLst>
          </p:cNvPr>
          <p:cNvCxnSpPr>
            <a:cxnSpLocks/>
          </p:cNvCxnSpPr>
          <p:nvPr/>
        </p:nvCxnSpPr>
        <p:spPr>
          <a:xfrm flipV="1">
            <a:off x="5184262" y="4665942"/>
            <a:ext cx="0" cy="1493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BEBDA43F-259F-0899-538B-9F07CB9B2093}"/>
              </a:ext>
            </a:extLst>
          </p:cNvPr>
          <p:cNvCxnSpPr>
            <a:cxnSpLocks/>
          </p:cNvCxnSpPr>
          <p:nvPr/>
        </p:nvCxnSpPr>
        <p:spPr>
          <a:xfrm flipV="1">
            <a:off x="4510048" y="4657896"/>
            <a:ext cx="0" cy="1814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hteck 87">
            <a:extLst>
              <a:ext uri="{FF2B5EF4-FFF2-40B4-BE49-F238E27FC236}">
                <a16:creationId xmlns:a16="http://schemas.microsoft.com/office/drawing/2014/main" id="{481AC72D-F2E5-A0C4-714F-012070DDF5E6}"/>
              </a:ext>
            </a:extLst>
          </p:cNvPr>
          <p:cNvSpPr/>
          <p:nvPr/>
        </p:nvSpPr>
        <p:spPr>
          <a:xfrm>
            <a:off x="3038960" y="4820860"/>
            <a:ext cx="585933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jQuery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62DECE52-DBF8-5E1A-DA29-6B6336E7A3CB}"/>
              </a:ext>
            </a:extLst>
          </p:cNvPr>
          <p:cNvCxnSpPr>
            <a:cxnSpLocks/>
          </p:cNvCxnSpPr>
          <p:nvPr/>
        </p:nvCxnSpPr>
        <p:spPr>
          <a:xfrm flipV="1">
            <a:off x="3341583" y="4665942"/>
            <a:ext cx="0" cy="1374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hteck 89">
            <a:extLst>
              <a:ext uri="{FF2B5EF4-FFF2-40B4-BE49-F238E27FC236}">
                <a16:creationId xmlns:a16="http://schemas.microsoft.com/office/drawing/2014/main" id="{22D3E6E2-1206-2939-BCF5-FE0F1C2BA95A}"/>
              </a:ext>
            </a:extLst>
          </p:cNvPr>
          <p:cNvSpPr/>
          <p:nvPr/>
        </p:nvSpPr>
        <p:spPr>
          <a:xfrm>
            <a:off x="4180815" y="4826303"/>
            <a:ext cx="639615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Scripts</a:t>
            </a:r>
          </a:p>
        </p:txBody>
      </p:sp>
      <p:cxnSp>
        <p:nvCxnSpPr>
          <p:cNvPr id="91" name="Gerader Verbinder 90">
            <a:extLst>
              <a:ext uri="{FF2B5EF4-FFF2-40B4-BE49-F238E27FC236}">
                <a16:creationId xmlns:a16="http://schemas.microsoft.com/office/drawing/2014/main" id="{7AB2AEEB-A54C-3D70-663F-8D0F9023F46C}"/>
              </a:ext>
            </a:extLst>
          </p:cNvPr>
          <p:cNvCxnSpPr>
            <a:cxnSpLocks/>
          </p:cNvCxnSpPr>
          <p:nvPr/>
        </p:nvCxnSpPr>
        <p:spPr>
          <a:xfrm flipV="1">
            <a:off x="3921103" y="4665942"/>
            <a:ext cx="0" cy="1670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hteck 91">
            <a:extLst>
              <a:ext uri="{FF2B5EF4-FFF2-40B4-BE49-F238E27FC236}">
                <a16:creationId xmlns:a16="http://schemas.microsoft.com/office/drawing/2014/main" id="{8152C405-7F76-CB75-996D-582F171372EB}"/>
              </a:ext>
            </a:extLst>
          </p:cNvPr>
          <p:cNvSpPr/>
          <p:nvPr/>
        </p:nvSpPr>
        <p:spPr>
          <a:xfrm>
            <a:off x="3676714" y="4819943"/>
            <a:ext cx="464944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Php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8" name="Gerader Verbinder 97">
            <a:extLst>
              <a:ext uri="{FF2B5EF4-FFF2-40B4-BE49-F238E27FC236}">
                <a16:creationId xmlns:a16="http://schemas.microsoft.com/office/drawing/2014/main" id="{C0932C6D-0384-14CB-884E-46C661E2A1BD}"/>
              </a:ext>
            </a:extLst>
          </p:cNvPr>
          <p:cNvCxnSpPr>
            <a:cxnSpLocks/>
          </p:cNvCxnSpPr>
          <p:nvPr/>
        </p:nvCxnSpPr>
        <p:spPr>
          <a:xfrm flipV="1">
            <a:off x="2664981" y="4665942"/>
            <a:ext cx="0" cy="1374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hteck 100">
            <a:extLst>
              <a:ext uri="{FF2B5EF4-FFF2-40B4-BE49-F238E27FC236}">
                <a16:creationId xmlns:a16="http://schemas.microsoft.com/office/drawing/2014/main" id="{5EB93C54-1D8F-4616-9D75-66ED46CB5F55}"/>
              </a:ext>
            </a:extLst>
          </p:cNvPr>
          <p:cNvSpPr/>
          <p:nvPr/>
        </p:nvSpPr>
        <p:spPr>
          <a:xfrm>
            <a:off x="4141658" y="5315518"/>
            <a:ext cx="1335277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XmlTestData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D343E312-7851-8095-B099-E6268D6E9E56}"/>
              </a:ext>
            </a:extLst>
          </p:cNvPr>
          <p:cNvSpPr/>
          <p:nvPr/>
        </p:nvSpPr>
        <p:spPr>
          <a:xfrm>
            <a:off x="279411" y="1483127"/>
            <a:ext cx="930728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Version_1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A53EE8F-5A3A-5932-21A3-1EAD0C64DBDF}"/>
              </a:ext>
            </a:extLst>
          </p:cNvPr>
          <p:cNvSpPr/>
          <p:nvPr/>
        </p:nvSpPr>
        <p:spPr>
          <a:xfrm>
            <a:off x="3396886" y="1389463"/>
            <a:ext cx="587088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</a:t>
            </a:r>
          </a:p>
        </p:txBody>
      </p:sp>
      <p:sp>
        <p:nvSpPr>
          <p:cNvPr id="23" name="Flussdiagramm: Karte 22">
            <a:extLst>
              <a:ext uri="{FF2B5EF4-FFF2-40B4-BE49-F238E27FC236}">
                <a16:creationId xmlns:a16="http://schemas.microsoft.com/office/drawing/2014/main" id="{9342A6B9-28DB-FE57-681E-120B8C7EFB61}"/>
              </a:ext>
            </a:extLst>
          </p:cNvPr>
          <p:cNvSpPr/>
          <p:nvPr/>
        </p:nvSpPr>
        <p:spPr>
          <a:xfrm>
            <a:off x="1309251" y="2855882"/>
            <a:ext cx="873634" cy="296211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favicon.ico</a:t>
            </a:r>
          </a:p>
        </p:txBody>
      </p:sp>
      <p:sp>
        <p:nvSpPr>
          <p:cNvPr id="28" name="Flussdiagramm: Karte 27">
            <a:extLst>
              <a:ext uri="{FF2B5EF4-FFF2-40B4-BE49-F238E27FC236}">
                <a16:creationId xmlns:a16="http://schemas.microsoft.com/office/drawing/2014/main" id="{D95EF020-63DC-6382-B4E6-CC1A18E5E056}"/>
              </a:ext>
            </a:extLst>
          </p:cNvPr>
          <p:cNvSpPr/>
          <p:nvPr/>
        </p:nvSpPr>
        <p:spPr>
          <a:xfrm>
            <a:off x="707225" y="5681436"/>
            <a:ext cx="873634" cy="296211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favicon.ico</a:t>
            </a:r>
          </a:p>
        </p:txBody>
      </p: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0BE8365D-A9E6-819C-263B-4DC1D3AF1CC7}"/>
              </a:ext>
            </a:extLst>
          </p:cNvPr>
          <p:cNvCxnSpPr>
            <a:cxnSpLocks/>
          </p:cNvCxnSpPr>
          <p:nvPr/>
        </p:nvCxnSpPr>
        <p:spPr>
          <a:xfrm flipV="1">
            <a:off x="11159836" y="3754018"/>
            <a:ext cx="0" cy="1814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0048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ED053598-7337-6B25-2388-2333A65EE6CA}"/>
              </a:ext>
            </a:extLst>
          </p:cNvPr>
          <p:cNvSpPr/>
          <p:nvPr/>
        </p:nvSpPr>
        <p:spPr>
          <a:xfrm>
            <a:off x="2816998" y="594378"/>
            <a:ext cx="6270441" cy="525966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AEBB782-2694-CAD1-89A3-0F71AA988255}"/>
              </a:ext>
            </a:extLst>
          </p:cNvPr>
          <p:cNvSpPr txBox="1"/>
          <p:nvPr/>
        </p:nvSpPr>
        <p:spPr>
          <a:xfrm>
            <a:off x="2812900" y="551268"/>
            <a:ext cx="43334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 dirty="0" err="1"/>
              <a:t>id_div_upload_container_part_two</a:t>
            </a:r>
            <a:r>
              <a:rPr lang="de-CH" sz="1100" b="1" dirty="0"/>
              <a:t>  </a:t>
            </a:r>
            <a:r>
              <a:rPr lang="de-CH" sz="1100" b="1" dirty="0" err="1"/>
              <a:t>clear</a:t>
            </a:r>
            <a:r>
              <a:rPr lang="de-CH" sz="1100" b="1" dirty="0"/>
              <a:t> </a:t>
            </a:r>
            <a:r>
              <a:rPr lang="de-CH" sz="1100" b="1" dirty="0" err="1"/>
              <a:t>both</a:t>
            </a:r>
            <a:endParaRPr lang="de-CH" b="1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A390380-79EC-61A2-A911-26C338F61D97}"/>
              </a:ext>
            </a:extLst>
          </p:cNvPr>
          <p:cNvSpPr/>
          <p:nvPr/>
        </p:nvSpPr>
        <p:spPr>
          <a:xfrm>
            <a:off x="2901839" y="812877"/>
            <a:ext cx="6053625" cy="33588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E883965-7BB7-0CF8-E8A3-88A1678985B5}"/>
              </a:ext>
            </a:extLst>
          </p:cNvPr>
          <p:cNvSpPr txBox="1"/>
          <p:nvPr/>
        </p:nvSpPr>
        <p:spPr>
          <a:xfrm>
            <a:off x="2901839" y="843329"/>
            <a:ext cx="51313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 dirty="0" err="1"/>
              <a:t>id_div_upload_input_file_image</a:t>
            </a:r>
            <a:r>
              <a:rPr lang="de-CH" sz="1100" b="1" dirty="0"/>
              <a:t>  </a:t>
            </a:r>
            <a:r>
              <a:rPr lang="de-CH" sz="1100" b="1" dirty="0" err="1"/>
              <a:t>clear</a:t>
            </a:r>
            <a:r>
              <a:rPr lang="de-CH" sz="1100" b="1" dirty="0"/>
              <a:t> </a:t>
            </a:r>
            <a:r>
              <a:rPr lang="de-CH" sz="1100" b="1" dirty="0" err="1"/>
              <a:t>both</a:t>
            </a:r>
            <a:r>
              <a:rPr lang="de-CH" sz="1100" b="1" dirty="0"/>
              <a:t>  Container </a:t>
            </a:r>
            <a:r>
              <a:rPr lang="de-CH" sz="1100" b="1" dirty="0" err="1"/>
              <a:t>for</a:t>
            </a:r>
            <a:r>
              <a:rPr lang="de-CH" sz="1100" b="1" dirty="0"/>
              <a:t> </a:t>
            </a:r>
            <a:r>
              <a:rPr lang="de-CH" sz="1100" b="1" dirty="0" err="1"/>
              <a:t>JazzUploadImage</a:t>
            </a:r>
            <a:endParaRPr lang="de-CH" b="1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7ABFDC11-97B6-7F0F-F539-5CDA3359270D}"/>
              </a:ext>
            </a:extLst>
          </p:cNvPr>
          <p:cNvSpPr/>
          <p:nvPr/>
        </p:nvSpPr>
        <p:spPr>
          <a:xfrm>
            <a:off x="6162960" y="2148646"/>
            <a:ext cx="1667596" cy="1606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 des ausgewählte Bildes 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5AAFC9D4-407C-AF52-4731-99593116D2BD}"/>
              </a:ext>
            </a:extLst>
          </p:cNvPr>
          <p:cNvSpPr/>
          <p:nvPr/>
        </p:nvSpPr>
        <p:spPr>
          <a:xfrm>
            <a:off x="9333537" y="1193430"/>
            <a:ext cx="1017778" cy="2370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Bild wählen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BDCB5C60-2F7E-C5A1-F4B8-5C6F182FD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1828" y="2822619"/>
            <a:ext cx="1193813" cy="1033191"/>
          </a:xfrm>
          <a:prstGeom prst="rect">
            <a:avLst/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3CD631C4-8007-8A7F-0B29-6AF35EBF7396}"/>
              </a:ext>
            </a:extLst>
          </p:cNvPr>
          <p:cNvSpPr/>
          <p:nvPr/>
        </p:nvSpPr>
        <p:spPr>
          <a:xfrm>
            <a:off x="6848731" y="4769713"/>
            <a:ext cx="1017778" cy="2922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Weiter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365D8E90-275B-E6A9-14F1-4C233EF7F4A2}"/>
              </a:ext>
            </a:extLst>
          </p:cNvPr>
          <p:cNvSpPr/>
          <p:nvPr/>
        </p:nvSpPr>
        <p:spPr>
          <a:xfrm>
            <a:off x="3469223" y="4778347"/>
            <a:ext cx="970802" cy="2357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Zurück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1693A018-574C-E3DC-115E-AC63C201C051}"/>
              </a:ext>
            </a:extLst>
          </p:cNvPr>
          <p:cNvSpPr/>
          <p:nvPr/>
        </p:nvSpPr>
        <p:spPr>
          <a:xfrm>
            <a:off x="2963073" y="1148049"/>
            <a:ext cx="5731496" cy="858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D9E40867-B285-FD4F-1910-15A5F9DD4714}"/>
              </a:ext>
            </a:extLst>
          </p:cNvPr>
          <p:cNvSpPr txBox="1"/>
          <p:nvPr/>
        </p:nvSpPr>
        <p:spPr>
          <a:xfrm>
            <a:off x="2901838" y="1124779"/>
            <a:ext cx="21839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 dirty="0" err="1"/>
              <a:t>id_div_guestbook_fileupload</a:t>
            </a:r>
            <a:endParaRPr lang="de-CH" b="1" dirty="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4178727E-5D46-D413-5F8F-0030E58D28EE}"/>
              </a:ext>
            </a:extLst>
          </p:cNvPr>
          <p:cNvSpPr/>
          <p:nvPr/>
        </p:nvSpPr>
        <p:spPr>
          <a:xfrm>
            <a:off x="2963073" y="2086708"/>
            <a:ext cx="5731496" cy="28912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2F72101C-B6E1-6A6A-6935-B22A2A584CB4}"/>
              </a:ext>
            </a:extLst>
          </p:cNvPr>
          <p:cNvSpPr txBox="1"/>
          <p:nvPr/>
        </p:nvSpPr>
        <p:spPr>
          <a:xfrm>
            <a:off x="2963073" y="2086708"/>
            <a:ext cx="51313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 dirty="0" err="1"/>
              <a:t>id_div_guestbook_file_name</a:t>
            </a:r>
            <a:r>
              <a:rPr lang="de-CH" sz="1100" b="1" dirty="0"/>
              <a:t>  </a:t>
            </a:r>
            <a:r>
              <a:rPr lang="de-CH" sz="1100" b="1" dirty="0" err="1"/>
              <a:t>clear</a:t>
            </a:r>
            <a:r>
              <a:rPr lang="de-CH" sz="1100" b="1" dirty="0"/>
              <a:t> </a:t>
            </a:r>
            <a:r>
              <a:rPr lang="de-CH" sz="1100" b="1" dirty="0" err="1"/>
              <a:t>both</a:t>
            </a:r>
            <a:endParaRPr lang="de-CH" b="1" dirty="0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41C105D4-5C3D-4BD9-FBF8-6E34CF38BE8C}"/>
              </a:ext>
            </a:extLst>
          </p:cNvPr>
          <p:cNvSpPr/>
          <p:nvPr/>
        </p:nvSpPr>
        <p:spPr>
          <a:xfrm>
            <a:off x="2963073" y="2488907"/>
            <a:ext cx="5731496" cy="15697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444FAB40-CB53-B536-616A-157F8229F94A}"/>
              </a:ext>
            </a:extLst>
          </p:cNvPr>
          <p:cNvSpPr txBox="1"/>
          <p:nvPr/>
        </p:nvSpPr>
        <p:spPr>
          <a:xfrm>
            <a:off x="2963073" y="2464945"/>
            <a:ext cx="51313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 dirty="0" err="1"/>
              <a:t>id_div_image_container</a:t>
            </a:r>
            <a:r>
              <a:rPr lang="de-CH" sz="1100" b="1" dirty="0"/>
              <a:t> </a:t>
            </a:r>
            <a:r>
              <a:rPr lang="de-CH" sz="1100" b="1" dirty="0" err="1"/>
              <a:t>clear</a:t>
            </a:r>
            <a:r>
              <a:rPr lang="de-CH" sz="1100" b="1" dirty="0"/>
              <a:t> </a:t>
            </a:r>
            <a:r>
              <a:rPr lang="de-CH" sz="1100" b="1" dirty="0" err="1"/>
              <a:t>both</a:t>
            </a:r>
            <a:endParaRPr lang="de-CH" b="1" dirty="0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FA07AF40-E0B0-1928-3F89-05B882454A53}"/>
              </a:ext>
            </a:extLst>
          </p:cNvPr>
          <p:cNvSpPr/>
          <p:nvPr/>
        </p:nvSpPr>
        <p:spPr>
          <a:xfrm>
            <a:off x="2901838" y="4256487"/>
            <a:ext cx="6053625" cy="11075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0BE30790-841D-B658-02B1-DDEDCBBCE0CE}"/>
              </a:ext>
            </a:extLst>
          </p:cNvPr>
          <p:cNvSpPr txBox="1"/>
          <p:nvPr/>
        </p:nvSpPr>
        <p:spPr>
          <a:xfrm>
            <a:off x="2901838" y="4258489"/>
            <a:ext cx="43334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 dirty="0" err="1"/>
              <a:t>id_div_upload_button_back_forward_part_two</a:t>
            </a:r>
            <a:r>
              <a:rPr lang="de-CH" sz="1100" b="1" dirty="0"/>
              <a:t>  </a:t>
            </a:r>
            <a:r>
              <a:rPr lang="de-CH" sz="1100" b="1" dirty="0" err="1"/>
              <a:t>clear</a:t>
            </a:r>
            <a:r>
              <a:rPr lang="de-CH" sz="1100" b="1" dirty="0"/>
              <a:t> </a:t>
            </a:r>
            <a:r>
              <a:rPr lang="de-CH" sz="1100" b="1" dirty="0" err="1"/>
              <a:t>both</a:t>
            </a:r>
            <a:endParaRPr lang="de-CH" b="1" dirty="0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1D5D3503-73A8-A1E9-2DE6-6CE8C2873751}"/>
              </a:ext>
            </a:extLst>
          </p:cNvPr>
          <p:cNvSpPr/>
          <p:nvPr/>
        </p:nvSpPr>
        <p:spPr>
          <a:xfrm>
            <a:off x="2963074" y="4498290"/>
            <a:ext cx="2796704" cy="59575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781F1392-A57C-EF21-43B3-B5A797C205C3}"/>
              </a:ext>
            </a:extLst>
          </p:cNvPr>
          <p:cNvSpPr txBox="1"/>
          <p:nvPr/>
        </p:nvSpPr>
        <p:spPr>
          <a:xfrm>
            <a:off x="2963073" y="4512639"/>
            <a:ext cx="27967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 dirty="0" err="1"/>
              <a:t>id_upload_button_back_two</a:t>
            </a:r>
            <a:r>
              <a:rPr lang="de-CH" sz="1100" b="1" dirty="0"/>
              <a:t> </a:t>
            </a:r>
            <a:r>
              <a:rPr lang="de-CH" sz="1100" b="1" dirty="0" err="1"/>
              <a:t>float</a:t>
            </a:r>
            <a:r>
              <a:rPr lang="de-CH" sz="1100" b="1" dirty="0"/>
              <a:t> </a:t>
            </a:r>
            <a:r>
              <a:rPr lang="de-CH" sz="1100" b="1" dirty="0" err="1"/>
              <a:t>left</a:t>
            </a:r>
            <a:endParaRPr lang="de-CH" b="1" dirty="0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A70998FB-6CA3-4326-C34F-BB0EEA264EC5}"/>
              </a:ext>
            </a:extLst>
          </p:cNvPr>
          <p:cNvSpPr/>
          <p:nvPr/>
        </p:nvSpPr>
        <p:spPr>
          <a:xfrm>
            <a:off x="5836947" y="4494953"/>
            <a:ext cx="2857622" cy="59575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EC46F527-DD0F-06A3-9051-988C6D640B99}"/>
              </a:ext>
            </a:extLst>
          </p:cNvPr>
          <p:cNvSpPr txBox="1"/>
          <p:nvPr/>
        </p:nvSpPr>
        <p:spPr>
          <a:xfrm>
            <a:off x="5759776" y="4509195"/>
            <a:ext cx="32504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/>
              <a:t>id_</a:t>
            </a:r>
            <a:r>
              <a:rPr lang="de-CH" sz="1100" b="1" dirty="0" err="1"/>
              <a:t>upload_button_forward_two</a:t>
            </a:r>
            <a:r>
              <a:rPr lang="de-CH" sz="1100" b="1" dirty="0"/>
              <a:t>  </a:t>
            </a:r>
            <a:r>
              <a:rPr lang="de-CH" sz="1100" b="1" dirty="0" err="1"/>
              <a:t>float</a:t>
            </a:r>
            <a:r>
              <a:rPr lang="de-CH" sz="1100" b="1" dirty="0"/>
              <a:t> </a:t>
            </a:r>
            <a:r>
              <a:rPr lang="de-CH" sz="1100" b="1" dirty="0" err="1"/>
              <a:t>right</a:t>
            </a:r>
            <a:endParaRPr lang="de-CH" b="1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3721909-769B-393D-4D73-648E7CEF1FEB}"/>
              </a:ext>
            </a:extLst>
          </p:cNvPr>
          <p:cNvSpPr/>
          <p:nvPr/>
        </p:nvSpPr>
        <p:spPr>
          <a:xfrm>
            <a:off x="3086122" y="1383966"/>
            <a:ext cx="5731496" cy="33759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2B64833-79AD-2F30-6A1E-D03FEEABB726}"/>
              </a:ext>
            </a:extLst>
          </p:cNvPr>
          <p:cNvSpPr txBox="1"/>
          <p:nvPr/>
        </p:nvSpPr>
        <p:spPr>
          <a:xfrm>
            <a:off x="3086122" y="1429425"/>
            <a:ext cx="21839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/>
              <a:t>id_</a:t>
            </a:r>
            <a:r>
              <a:rPr lang="de-CH" sz="1100" b="1" dirty="0" err="1"/>
              <a:t>guestbook_fileupload</a:t>
            </a:r>
            <a:r>
              <a:rPr lang="de-CH" sz="1100" b="1" dirty="0"/>
              <a:t> </a:t>
            </a:r>
            <a:endParaRPr lang="de-CH" b="1" dirty="0"/>
          </a:p>
        </p:txBody>
      </p:sp>
    </p:spTree>
    <p:extLst>
      <p:ext uri="{BB962C8B-B14F-4D97-AF65-F5344CB8AC3E}">
        <p14:creationId xmlns:p14="http://schemas.microsoft.com/office/powerpoint/2010/main" val="79913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2E4C3752-A813-EE6E-F3EA-FFB11D438E8F}"/>
              </a:ext>
            </a:extLst>
          </p:cNvPr>
          <p:cNvSpPr/>
          <p:nvPr/>
        </p:nvSpPr>
        <p:spPr>
          <a:xfrm>
            <a:off x="5177660" y="365780"/>
            <a:ext cx="6270441" cy="571450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02172D9-6552-9F49-149E-AE9D156587F0}"/>
              </a:ext>
            </a:extLst>
          </p:cNvPr>
          <p:cNvSpPr txBox="1"/>
          <p:nvPr/>
        </p:nvSpPr>
        <p:spPr>
          <a:xfrm>
            <a:off x="5173562" y="322670"/>
            <a:ext cx="43334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 dirty="0" err="1"/>
              <a:t>id_div_upload_texts</a:t>
            </a:r>
            <a:r>
              <a:rPr lang="de-CH" sz="1100" b="1" dirty="0"/>
              <a:t>  </a:t>
            </a:r>
            <a:r>
              <a:rPr lang="de-CH" sz="1100" b="1" dirty="0" err="1"/>
              <a:t>clear</a:t>
            </a:r>
            <a:r>
              <a:rPr lang="de-CH" sz="1100" b="1" dirty="0"/>
              <a:t> </a:t>
            </a:r>
            <a:r>
              <a:rPr lang="de-CH" sz="1100" b="1" dirty="0" err="1"/>
              <a:t>both</a:t>
            </a:r>
            <a:endParaRPr lang="de-CH" b="1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65B393F-0C5E-C739-7A63-FF0973A253A2}"/>
              </a:ext>
            </a:extLst>
          </p:cNvPr>
          <p:cNvSpPr/>
          <p:nvPr/>
        </p:nvSpPr>
        <p:spPr>
          <a:xfrm>
            <a:off x="559131" y="1059816"/>
            <a:ext cx="3339167" cy="3631364"/>
          </a:xfrm>
          <a:prstGeom prst="rect">
            <a:avLst/>
          </a:prstGeom>
          <a:solidFill>
            <a:srgbClr val="DFE0E1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7951B7C-80A8-F662-8CF8-BD8802E73606}"/>
              </a:ext>
            </a:extLst>
          </p:cNvPr>
          <p:cNvSpPr/>
          <p:nvPr/>
        </p:nvSpPr>
        <p:spPr>
          <a:xfrm>
            <a:off x="559128" y="965018"/>
            <a:ext cx="3339167" cy="76902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b="1" dirty="0">
                <a:solidFill>
                  <a:srgbClr val="FF00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</a:p>
          <a:p>
            <a:pPr algn="ctr"/>
            <a:r>
              <a:rPr lang="de-CH" sz="1400" b="1" dirty="0">
                <a:solidFill>
                  <a:srgbClr val="FF00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Gästebuch-Bild hochladen 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9DAAE8E-9DFC-4287-D7AF-68FD44701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42" y="1061677"/>
            <a:ext cx="2457143" cy="2380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EF492F4-DED9-A486-D785-C2A789247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3671" y="1194757"/>
            <a:ext cx="331444" cy="256116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69592781-58CB-D26A-97E3-B2B20BCD2747}"/>
              </a:ext>
            </a:extLst>
          </p:cNvPr>
          <p:cNvSpPr/>
          <p:nvPr/>
        </p:nvSpPr>
        <p:spPr>
          <a:xfrm>
            <a:off x="1095532" y="1856527"/>
            <a:ext cx="2234253" cy="1864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Konzert wählen (optional)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1FD60B4-3AAB-3B86-6C08-F2B53C18BD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3168" y="1887332"/>
            <a:ext cx="321154" cy="157428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A2D6EE09-DCDA-2FD4-62F3-F95C2129FDFC}"/>
              </a:ext>
            </a:extLst>
          </p:cNvPr>
          <p:cNvSpPr txBox="1"/>
          <p:nvPr/>
        </p:nvSpPr>
        <p:spPr>
          <a:xfrm>
            <a:off x="614763" y="2033077"/>
            <a:ext cx="16190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Titel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D2ACEC97-978D-BA7B-68C9-1D7DF9AB85D3}"/>
              </a:ext>
            </a:extLst>
          </p:cNvPr>
          <p:cNvSpPr/>
          <p:nvPr/>
        </p:nvSpPr>
        <p:spPr>
          <a:xfrm>
            <a:off x="680121" y="2299655"/>
            <a:ext cx="3084994" cy="2288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Kurzer Bildtext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811EF84-24D0-0316-8262-A73847379E37}"/>
              </a:ext>
            </a:extLst>
          </p:cNvPr>
          <p:cNvSpPr txBox="1"/>
          <p:nvPr/>
        </p:nvSpPr>
        <p:spPr>
          <a:xfrm>
            <a:off x="592527" y="2526752"/>
            <a:ext cx="16190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Text (optional)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E2A1CEE-72A1-1BDC-0228-D7623381F22D}"/>
              </a:ext>
            </a:extLst>
          </p:cNvPr>
          <p:cNvSpPr/>
          <p:nvPr/>
        </p:nvSpPr>
        <p:spPr>
          <a:xfrm>
            <a:off x="680121" y="2783419"/>
            <a:ext cx="3084994" cy="4554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Freier Text</a:t>
            </a:r>
          </a:p>
          <a:p>
            <a:endParaRPr lang="de-CH" sz="12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8F01A745-C776-C204-233A-479DFFD04E6B}"/>
              </a:ext>
            </a:extLst>
          </p:cNvPr>
          <p:cNvSpPr txBox="1"/>
          <p:nvPr/>
        </p:nvSpPr>
        <p:spPr>
          <a:xfrm>
            <a:off x="603701" y="3306732"/>
            <a:ext cx="26606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Bemerkung (optional)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8A234D2-64C9-BBEE-73C2-7BA7246E893F}"/>
              </a:ext>
            </a:extLst>
          </p:cNvPr>
          <p:cNvSpPr/>
          <p:nvPr/>
        </p:nvSpPr>
        <p:spPr>
          <a:xfrm>
            <a:off x="691295" y="3563399"/>
            <a:ext cx="3084994" cy="4554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Freier Text</a:t>
            </a:r>
          </a:p>
          <a:p>
            <a:endParaRPr lang="de-CH" sz="12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B1B7A835-CFF5-2ED8-1743-704F3779AB81}"/>
              </a:ext>
            </a:extLst>
          </p:cNvPr>
          <p:cNvSpPr/>
          <p:nvPr/>
        </p:nvSpPr>
        <p:spPr>
          <a:xfrm>
            <a:off x="2654753" y="4286721"/>
            <a:ext cx="1017778" cy="2922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Senden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F707348-1F3B-4216-94A3-86CC5C5D512F}"/>
              </a:ext>
            </a:extLst>
          </p:cNvPr>
          <p:cNvSpPr/>
          <p:nvPr/>
        </p:nvSpPr>
        <p:spPr>
          <a:xfrm>
            <a:off x="696315" y="4260647"/>
            <a:ext cx="1017778" cy="2922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Zurück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6D71D7E3-CD9C-BEAB-2E8D-75B80B4FA43B}"/>
              </a:ext>
            </a:extLst>
          </p:cNvPr>
          <p:cNvSpPr/>
          <p:nvPr/>
        </p:nvSpPr>
        <p:spPr>
          <a:xfrm>
            <a:off x="5306797" y="593526"/>
            <a:ext cx="6061930" cy="37149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210A3859-6957-8621-ED98-E43BFE138262}"/>
              </a:ext>
            </a:extLst>
          </p:cNvPr>
          <p:cNvSpPr txBox="1"/>
          <p:nvPr/>
        </p:nvSpPr>
        <p:spPr>
          <a:xfrm>
            <a:off x="5306797" y="564433"/>
            <a:ext cx="43334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 dirty="0" err="1"/>
              <a:t>id_div_upload_texts_concert</a:t>
            </a:r>
            <a:r>
              <a:rPr lang="de-CH" sz="1100" b="1" dirty="0"/>
              <a:t>  </a:t>
            </a:r>
            <a:r>
              <a:rPr lang="de-CH" sz="1100" b="1" dirty="0" err="1"/>
              <a:t>clear</a:t>
            </a:r>
            <a:r>
              <a:rPr lang="de-CH" sz="1100" b="1" dirty="0"/>
              <a:t> </a:t>
            </a:r>
            <a:r>
              <a:rPr lang="de-CH" sz="1100" b="1" dirty="0" err="1"/>
              <a:t>both</a:t>
            </a:r>
            <a:endParaRPr lang="de-CH" b="1" dirty="0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5041AF2E-0255-71C7-39DF-C818CFC9C8EB}"/>
              </a:ext>
            </a:extLst>
          </p:cNvPr>
          <p:cNvSpPr/>
          <p:nvPr/>
        </p:nvSpPr>
        <p:spPr>
          <a:xfrm>
            <a:off x="5297370" y="1059816"/>
            <a:ext cx="6061930" cy="37149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DF321D47-89A3-66D9-A5DB-AF913F191183}"/>
              </a:ext>
            </a:extLst>
          </p:cNvPr>
          <p:cNvSpPr txBox="1"/>
          <p:nvPr/>
        </p:nvSpPr>
        <p:spPr>
          <a:xfrm>
            <a:off x="5297370" y="1030723"/>
            <a:ext cx="43334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 dirty="0" err="1"/>
              <a:t>id_div_upload_texts_title</a:t>
            </a:r>
            <a:r>
              <a:rPr lang="de-CH" sz="1100" b="1" dirty="0"/>
              <a:t>  </a:t>
            </a:r>
            <a:r>
              <a:rPr lang="de-CH" sz="1100" b="1" dirty="0" err="1"/>
              <a:t>clear</a:t>
            </a:r>
            <a:r>
              <a:rPr lang="de-CH" sz="1100" b="1" dirty="0"/>
              <a:t> </a:t>
            </a:r>
            <a:r>
              <a:rPr lang="de-CH" sz="1100" b="1" dirty="0" err="1"/>
              <a:t>both</a:t>
            </a:r>
            <a:endParaRPr lang="de-CH" b="1" dirty="0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586B35F0-9482-CE05-BC71-AC22BA0AEA94}"/>
              </a:ext>
            </a:extLst>
          </p:cNvPr>
          <p:cNvSpPr/>
          <p:nvPr/>
        </p:nvSpPr>
        <p:spPr>
          <a:xfrm>
            <a:off x="5306797" y="1548300"/>
            <a:ext cx="6061930" cy="37149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96897E7C-EAB6-62CF-3690-67A18F362BB1}"/>
              </a:ext>
            </a:extLst>
          </p:cNvPr>
          <p:cNvSpPr txBox="1"/>
          <p:nvPr/>
        </p:nvSpPr>
        <p:spPr>
          <a:xfrm>
            <a:off x="5306797" y="1519207"/>
            <a:ext cx="43334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 dirty="0" err="1"/>
              <a:t>id_div_upload_texts_title</a:t>
            </a:r>
            <a:r>
              <a:rPr lang="de-CH" sz="1100" b="1" dirty="0"/>
              <a:t>  </a:t>
            </a:r>
            <a:r>
              <a:rPr lang="de-CH" sz="1100" b="1" dirty="0" err="1"/>
              <a:t>clear</a:t>
            </a:r>
            <a:r>
              <a:rPr lang="de-CH" sz="1100" b="1" dirty="0"/>
              <a:t> </a:t>
            </a:r>
            <a:r>
              <a:rPr lang="de-CH" sz="1100" b="1" dirty="0" err="1"/>
              <a:t>both</a:t>
            </a:r>
            <a:endParaRPr lang="de-CH" b="1" dirty="0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454138E2-763C-6B8E-C2CF-500F9FD89633}"/>
              </a:ext>
            </a:extLst>
          </p:cNvPr>
          <p:cNvSpPr/>
          <p:nvPr/>
        </p:nvSpPr>
        <p:spPr>
          <a:xfrm>
            <a:off x="5306797" y="2033077"/>
            <a:ext cx="6061930" cy="37149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F3FEF7F8-0BC0-B51A-B91C-60F814F833C0}"/>
              </a:ext>
            </a:extLst>
          </p:cNvPr>
          <p:cNvSpPr txBox="1"/>
          <p:nvPr/>
        </p:nvSpPr>
        <p:spPr>
          <a:xfrm>
            <a:off x="5306797" y="2003984"/>
            <a:ext cx="43334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 dirty="0" err="1"/>
              <a:t>id_div_upload_texts_text</a:t>
            </a:r>
            <a:r>
              <a:rPr lang="de-CH" sz="1100" b="1" dirty="0"/>
              <a:t>  </a:t>
            </a:r>
            <a:r>
              <a:rPr lang="de-CH" sz="1100" b="1" dirty="0" err="1"/>
              <a:t>clear</a:t>
            </a:r>
            <a:r>
              <a:rPr lang="de-CH" sz="1100" b="1" dirty="0"/>
              <a:t> </a:t>
            </a:r>
            <a:r>
              <a:rPr lang="de-CH" sz="1100" b="1" dirty="0" err="1"/>
              <a:t>both</a:t>
            </a:r>
            <a:endParaRPr lang="de-CH" b="1" dirty="0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B0C7EE5C-C307-3EF1-CE09-ED9BB5F755A4}"/>
              </a:ext>
            </a:extLst>
          </p:cNvPr>
          <p:cNvSpPr/>
          <p:nvPr/>
        </p:nvSpPr>
        <p:spPr>
          <a:xfrm>
            <a:off x="5297370" y="2503074"/>
            <a:ext cx="6061930" cy="37149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28EC7B1A-DCC5-CFC1-81A3-0EEFE7BE1D6E}"/>
              </a:ext>
            </a:extLst>
          </p:cNvPr>
          <p:cNvSpPr txBox="1"/>
          <p:nvPr/>
        </p:nvSpPr>
        <p:spPr>
          <a:xfrm>
            <a:off x="5297370" y="2473981"/>
            <a:ext cx="43334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 dirty="0" err="1"/>
              <a:t>id_div_upload_texts_remark</a:t>
            </a:r>
            <a:r>
              <a:rPr lang="de-CH" sz="1100" b="1" dirty="0"/>
              <a:t>  </a:t>
            </a:r>
            <a:r>
              <a:rPr lang="de-CH" sz="1100" b="1" dirty="0" err="1"/>
              <a:t>clear</a:t>
            </a:r>
            <a:r>
              <a:rPr lang="de-CH" sz="1100" b="1" dirty="0"/>
              <a:t> </a:t>
            </a:r>
            <a:r>
              <a:rPr lang="de-CH" sz="1100" b="1" dirty="0" err="1"/>
              <a:t>both</a:t>
            </a:r>
            <a:endParaRPr lang="de-CH" b="1" dirty="0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43F6024A-78B0-AF18-65A9-B81AD95AF3E4}"/>
              </a:ext>
            </a:extLst>
          </p:cNvPr>
          <p:cNvSpPr/>
          <p:nvPr/>
        </p:nvSpPr>
        <p:spPr>
          <a:xfrm>
            <a:off x="9243139" y="3893019"/>
            <a:ext cx="1017778" cy="2922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Speichern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0AECAB47-1F35-3484-E89E-3D14ABB33336}"/>
              </a:ext>
            </a:extLst>
          </p:cNvPr>
          <p:cNvSpPr/>
          <p:nvPr/>
        </p:nvSpPr>
        <p:spPr>
          <a:xfrm>
            <a:off x="5863631" y="3901653"/>
            <a:ext cx="970802" cy="2357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Zurück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2A395DD9-83BF-6F2B-D2D3-F12B3C586FF7}"/>
              </a:ext>
            </a:extLst>
          </p:cNvPr>
          <p:cNvSpPr/>
          <p:nvPr/>
        </p:nvSpPr>
        <p:spPr>
          <a:xfrm>
            <a:off x="5296246" y="3379793"/>
            <a:ext cx="6053625" cy="11075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CBA28A34-8066-14ED-AE54-92F905C9651E}"/>
              </a:ext>
            </a:extLst>
          </p:cNvPr>
          <p:cNvSpPr txBox="1"/>
          <p:nvPr/>
        </p:nvSpPr>
        <p:spPr>
          <a:xfrm>
            <a:off x="5296246" y="3381795"/>
            <a:ext cx="43334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 dirty="0" err="1"/>
              <a:t>id_div_upload_button_back_forward_part_three</a:t>
            </a:r>
            <a:r>
              <a:rPr lang="de-CH" sz="1100" b="1" dirty="0"/>
              <a:t>  </a:t>
            </a:r>
            <a:r>
              <a:rPr lang="de-CH" sz="1100" b="1" dirty="0" err="1"/>
              <a:t>clear</a:t>
            </a:r>
            <a:r>
              <a:rPr lang="de-CH" sz="1100" b="1" dirty="0"/>
              <a:t> </a:t>
            </a:r>
            <a:r>
              <a:rPr lang="de-CH" sz="1100" b="1" dirty="0" err="1"/>
              <a:t>both</a:t>
            </a:r>
            <a:endParaRPr lang="de-CH" b="1" dirty="0"/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2F70890F-E793-7314-47F4-A4622D8255FC}"/>
              </a:ext>
            </a:extLst>
          </p:cNvPr>
          <p:cNvSpPr/>
          <p:nvPr/>
        </p:nvSpPr>
        <p:spPr>
          <a:xfrm>
            <a:off x="5357482" y="3621596"/>
            <a:ext cx="2796704" cy="59575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F30CB162-9376-A5D4-D947-E871E9E59412}"/>
              </a:ext>
            </a:extLst>
          </p:cNvPr>
          <p:cNvSpPr txBox="1"/>
          <p:nvPr/>
        </p:nvSpPr>
        <p:spPr>
          <a:xfrm>
            <a:off x="5357481" y="3635945"/>
            <a:ext cx="27967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 dirty="0" err="1"/>
              <a:t>id_upload_button_back_three</a:t>
            </a:r>
            <a:r>
              <a:rPr lang="de-CH" sz="1100" b="1" dirty="0"/>
              <a:t> </a:t>
            </a:r>
            <a:r>
              <a:rPr lang="de-CH" sz="1100" b="1" dirty="0" err="1"/>
              <a:t>float</a:t>
            </a:r>
            <a:r>
              <a:rPr lang="de-CH" sz="1100" b="1" dirty="0"/>
              <a:t> </a:t>
            </a:r>
            <a:r>
              <a:rPr lang="de-CH" sz="1100" b="1" dirty="0" err="1"/>
              <a:t>left</a:t>
            </a:r>
            <a:endParaRPr lang="de-CH" b="1" dirty="0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786F036-FE8B-F7EC-CE67-872CC3740E0D}"/>
              </a:ext>
            </a:extLst>
          </p:cNvPr>
          <p:cNvSpPr/>
          <p:nvPr/>
        </p:nvSpPr>
        <p:spPr>
          <a:xfrm>
            <a:off x="8231355" y="3618259"/>
            <a:ext cx="2857622" cy="59575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EC5640ED-4F24-6DC1-1F64-A3B0AA9F0BA1}"/>
              </a:ext>
            </a:extLst>
          </p:cNvPr>
          <p:cNvSpPr txBox="1"/>
          <p:nvPr/>
        </p:nvSpPr>
        <p:spPr>
          <a:xfrm>
            <a:off x="8154184" y="3632501"/>
            <a:ext cx="32504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 dirty="0" err="1"/>
              <a:t>id_upload_button_forward_three</a:t>
            </a:r>
            <a:r>
              <a:rPr lang="de-CH" sz="1100" b="1" dirty="0"/>
              <a:t>  </a:t>
            </a:r>
            <a:r>
              <a:rPr lang="de-CH" sz="1100" b="1" dirty="0" err="1"/>
              <a:t>float</a:t>
            </a:r>
            <a:r>
              <a:rPr lang="de-CH" sz="1100" b="1" dirty="0"/>
              <a:t> </a:t>
            </a:r>
            <a:r>
              <a:rPr lang="de-CH" sz="1100" b="1" dirty="0" err="1"/>
              <a:t>right</a:t>
            </a:r>
            <a:endParaRPr lang="de-CH" b="1" dirty="0"/>
          </a:p>
        </p:txBody>
      </p:sp>
    </p:spTree>
    <p:extLst>
      <p:ext uri="{BB962C8B-B14F-4D97-AF65-F5344CB8AC3E}">
        <p14:creationId xmlns:p14="http://schemas.microsoft.com/office/powerpoint/2010/main" val="2567405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895</Words>
  <Application>Microsoft Office PowerPoint</Application>
  <PresentationFormat>Breitbild</PresentationFormat>
  <Paragraphs>202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Gunnar Liden</dc:creator>
  <cp:lastModifiedBy>Gunnar Liden</cp:lastModifiedBy>
  <cp:revision>150</cp:revision>
  <cp:lastPrinted>2025-04-16T15:04:28Z</cp:lastPrinted>
  <dcterms:created xsi:type="dcterms:W3CDTF">2020-04-04T07:27:22Z</dcterms:created>
  <dcterms:modified xsi:type="dcterms:W3CDTF">2026-02-11T18:10:48Z</dcterms:modified>
</cp:coreProperties>
</file>